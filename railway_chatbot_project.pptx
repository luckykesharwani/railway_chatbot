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136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FDD334-809D-4DE9-9FDD-4FCC6C80A6D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4AEFC5-7C20-44D3-B665-E1136C6A999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Developed </a:t>
          </a:r>
          <a:r>
            <a:rPr lang="en-IN" b="1" dirty="0" err="1"/>
            <a:t>by:</a:t>
          </a:r>
          <a:r>
            <a:rPr lang="en-IN" dirty="0" err="1"/>
            <a:t>Lucky</a:t>
          </a:r>
          <a:r>
            <a:rPr lang="en-IN" dirty="0"/>
            <a:t> </a:t>
          </a:r>
          <a:r>
            <a:rPr lang="en-IN" dirty="0" err="1"/>
            <a:t>Kesharwani</a:t>
          </a:r>
          <a:endParaRPr lang="en-US" dirty="0"/>
        </a:p>
      </dgm:t>
    </dgm:pt>
    <dgm:pt modelId="{FF64E0E6-DA97-476A-8137-5F900E4D3379}" type="parTrans" cxnId="{8FDFEE27-E305-4BC3-812C-615DD4315781}">
      <dgm:prSet/>
      <dgm:spPr/>
      <dgm:t>
        <a:bodyPr/>
        <a:lstStyle/>
        <a:p>
          <a:endParaRPr lang="en-US"/>
        </a:p>
      </dgm:t>
    </dgm:pt>
    <dgm:pt modelId="{4D751588-BBB8-4F50-B226-A7FC362F315D}" type="sibTrans" cxnId="{8FDFEE27-E305-4BC3-812C-615DD4315781}">
      <dgm:prSet/>
      <dgm:spPr/>
      <dgm:t>
        <a:bodyPr/>
        <a:lstStyle/>
        <a:p>
          <a:endParaRPr lang="en-US"/>
        </a:p>
      </dgm:t>
    </dgm:pt>
    <dgm:pt modelId="{6BE518AF-93C9-4AEB-9039-C712FABEF8D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Technology: </a:t>
          </a:r>
          <a:r>
            <a:rPr lang="en-IN" dirty="0"/>
            <a:t>HTML, CSS, IBM </a:t>
          </a:r>
          <a:r>
            <a:rPr lang="en-IN" dirty="0" err="1"/>
            <a:t>Watsonx</a:t>
          </a:r>
          <a:r>
            <a:rPr lang="en-IN" dirty="0"/>
            <a:t> Assistant</a:t>
          </a:r>
          <a:endParaRPr lang="en-US" dirty="0"/>
        </a:p>
      </dgm:t>
    </dgm:pt>
    <dgm:pt modelId="{EE318309-BB8F-41D2-AABF-7CC48B49318D}" type="parTrans" cxnId="{9F771993-0086-41B8-BF38-62BD33805A48}">
      <dgm:prSet/>
      <dgm:spPr/>
      <dgm:t>
        <a:bodyPr/>
        <a:lstStyle/>
        <a:p>
          <a:endParaRPr lang="en-US"/>
        </a:p>
      </dgm:t>
    </dgm:pt>
    <dgm:pt modelId="{0CD8F3B6-265E-473C-9583-7300E803E82F}" type="sibTrans" cxnId="{9F771993-0086-41B8-BF38-62BD33805A48}">
      <dgm:prSet/>
      <dgm:spPr/>
      <dgm:t>
        <a:bodyPr/>
        <a:lstStyle/>
        <a:p>
          <a:endParaRPr lang="en-US"/>
        </a:p>
      </dgm:t>
    </dgm:pt>
    <dgm:pt modelId="{81D866C9-74E1-4B4D-982C-67FEE5A801CB}" type="pres">
      <dgm:prSet presAssocID="{77FDD334-809D-4DE9-9FDD-4FCC6C80A6D2}" presName="root" presStyleCnt="0">
        <dgm:presLayoutVars>
          <dgm:dir/>
          <dgm:resizeHandles val="exact"/>
        </dgm:presLayoutVars>
      </dgm:prSet>
      <dgm:spPr/>
    </dgm:pt>
    <dgm:pt modelId="{87850E28-B140-42D2-95A1-2D570DD7A21F}" type="pres">
      <dgm:prSet presAssocID="{384AEFC5-7C20-44D3-B665-E1136C6A999E}" presName="compNode" presStyleCnt="0"/>
      <dgm:spPr/>
    </dgm:pt>
    <dgm:pt modelId="{66A4F0D7-6ADB-45E2-8FB0-4BB36D4F0BED}" type="pres">
      <dgm:prSet presAssocID="{384AEFC5-7C20-44D3-B665-E1136C6A999E}" presName="bgRect" presStyleLbl="bgShp" presStyleIdx="0" presStyleCnt="2"/>
      <dgm:spPr/>
    </dgm:pt>
    <dgm:pt modelId="{5BCA73B2-73CE-4659-869C-DAFD5018E0CB}" type="pres">
      <dgm:prSet presAssocID="{384AEFC5-7C20-44D3-B665-E1136C6A999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3F323D74-42D2-402C-BADD-760D369D2399}" type="pres">
      <dgm:prSet presAssocID="{384AEFC5-7C20-44D3-B665-E1136C6A999E}" presName="spaceRect" presStyleCnt="0"/>
      <dgm:spPr/>
    </dgm:pt>
    <dgm:pt modelId="{3C5BC395-CDB7-4B71-9671-B9803B8EA4F4}" type="pres">
      <dgm:prSet presAssocID="{384AEFC5-7C20-44D3-B665-E1136C6A999E}" presName="parTx" presStyleLbl="revTx" presStyleIdx="0" presStyleCnt="2">
        <dgm:presLayoutVars>
          <dgm:chMax val="0"/>
          <dgm:chPref val="0"/>
        </dgm:presLayoutVars>
      </dgm:prSet>
      <dgm:spPr/>
    </dgm:pt>
    <dgm:pt modelId="{675E7A68-C857-4838-87B6-B65246E10192}" type="pres">
      <dgm:prSet presAssocID="{4D751588-BBB8-4F50-B226-A7FC362F315D}" presName="sibTrans" presStyleCnt="0"/>
      <dgm:spPr/>
    </dgm:pt>
    <dgm:pt modelId="{6572CB4B-DF15-4F64-8576-B67113BA3C96}" type="pres">
      <dgm:prSet presAssocID="{6BE518AF-93C9-4AEB-9039-C712FABEF8D9}" presName="compNode" presStyleCnt="0"/>
      <dgm:spPr/>
    </dgm:pt>
    <dgm:pt modelId="{640E70DE-5CEC-4C78-A664-4697F0673A74}" type="pres">
      <dgm:prSet presAssocID="{6BE518AF-93C9-4AEB-9039-C712FABEF8D9}" presName="bgRect" presStyleLbl="bgShp" presStyleIdx="1" presStyleCnt="2"/>
      <dgm:spPr/>
    </dgm:pt>
    <dgm:pt modelId="{E83BAC68-766F-4D86-83DC-BC3CBFBA702A}" type="pres">
      <dgm:prSet presAssocID="{6BE518AF-93C9-4AEB-9039-C712FABEF8D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8EDF45A-966B-4646-B88B-AA347744C0A3}" type="pres">
      <dgm:prSet presAssocID="{6BE518AF-93C9-4AEB-9039-C712FABEF8D9}" presName="spaceRect" presStyleCnt="0"/>
      <dgm:spPr/>
    </dgm:pt>
    <dgm:pt modelId="{4A31812E-3F93-4CD6-942A-36ACE599F073}" type="pres">
      <dgm:prSet presAssocID="{6BE518AF-93C9-4AEB-9039-C712FABEF8D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FDFEE27-E305-4BC3-812C-615DD4315781}" srcId="{77FDD334-809D-4DE9-9FDD-4FCC6C80A6D2}" destId="{384AEFC5-7C20-44D3-B665-E1136C6A999E}" srcOrd="0" destOrd="0" parTransId="{FF64E0E6-DA97-476A-8137-5F900E4D3379}" sibTransId="{4D751588-BBB8-4F50-B226-A7FC362F315D}"/>
    <dgm:cxn modelId="{3A23BB2D-9E0D-48E1-B259-2BDF4B6B3E49}" type="presOf" srcId="{384AEFC5-7C20-44D3-B665-E1136C6A999E}" destId="{3C5BC395-CDB7-4B71-9671-B9803B8EA4F4}" srcOrd="0" destOrd="0" presId="urn:microsoft.com/office/officeart/2018/2/layout/IconVerticalSolidList"/>
    <dgm:cxn modelId="{9F771993-0086-41B8-BF38-62BD33805A48}" srcId="{77FDD334-809D-4DE9-9FDD-4FCC6C80A6D2}" destId="{6BE518AF-93C9-4AEB-9039-C712FABEF8D9}" srcOrd="1" destOrd="0" parTransId="{EE318309-BB8F-41D2-AABF-7CC48B49318D}" sibTransId="{0CD8F3B6-265E-473C-9583-7300E803E82F}"/>
    <dgm:cxn modelId="{690FE1D7-62A1-4F84-8463-0F74367EAE08}" type="presOf" srcId="{6BE518AF-93C9-4AEB-9039-C712FABEF8D9}" destId="{4A31812E-3F93-4CD6-942A-36ACE599F073}" srcOrd="0" destOrd="0" presId="urn:microsoft.com/office/officeart/2018/2/layout/IconVerticalSolidList"/>
    <dgm:cxn modelId="{6C04A9EB-DE79-41D1-863C-8AADD49885E5}" type="presOf" srcId="{77FDD334-809D-4DE9-9FDD-4FCC6C80A6D2}" destId="{81D866C9-74E1-4B4D-982C-67FEE5A801CB}" srcOrd="0" destOrd="0" presId="urn:microsoft.com/office/officeart/2018/2/layout/IconVerticalSolidList"/>
    <dgm:cxn modelId="{7FE03B6B-3B63-4975-82CE-584D1323D57F}" type="presParOf" srcId="{81D866C9-74E1-4B4D-982C-67FEE5A801CB}" destId="{87850E28-B140-42D2-95A1-2D570DD7A21F}" srcOrd="0" destOrd="0" presId="urn:microsoft.com/office/officeart/2018/2/layout/IconVerticalSolidList"/>
    <dgm:cxn modelId="{CE083EB3-A982-4C24-BE49-EE70A87001CF}" type="presParOf" srcId="{87850E28-B140-42D2-95A1-2D570DD7A21F}" destId="{66A4F0D7-6ADB-45E2-8FB0-4BB36D4F0BED}" srcOrd="0" destOrd="0" presId="urn:microsoft.com/office/officeart/2018/2/layout/IconVerticalSolidList"/>
    <dgm:cxn modelId="{87EF0724-3F6B-43BB-93C9-0A3B44184CB8}" type="presParOf" srcId="{87850E28-B140-42D2-95A1-2D570DD7A21F}" destId="{5BCA73B2-73CE-4659-869C-DAFD5018E0CB}" srcOrd="1" destOrd="0" presId="urn:microsoft.com/office/officeart/2018/2/layout/IconVerticalSolidList"/>
    <dgm:cxn modelId="{91EC18F8-8DB4-4DE6-8F72-DC829BF56108}" type="presParOf" srcId="{87850E28-B140-42D2-95A1-2D570DD7A21F}" destId="{3F323D74-42D2-402C-BADD-760D369D2399}" srcOrd="2" destOrd="0" presId="urn:microsoft.com/office/officeart/2018/2/layout/IconVerticalSolidList"/>
    <dgm:cxn modelId="{544B8891-271A-45B4-8416-405FE07E2D06}" type="presParOf" srcId="{87850E28-B140-42D2-95A1-2D570DD7A21F}" destId="{3C5BC395-CDB7-4B71-9671-B9803B8EA4F4}" srcOrd="3" destOrd="0" presId="urn:microsoft.com/office/officeart/2018/2/layout/IconVerticalSolidList"/>
    <dgm:cxn modelId="{C4BE838E-EB11-4162-88B0-8177F44EE750}" type="presParOf" srcId="{81D866C9-74E1-4B4D-982C-67FEE5A801CB}" destId="{675E7A68-C857-4838-87B6-B65246E10192}" srcOrd="1" destOrd="0" presId="urn:microsoft.com/office/officeart/2018/2/layout/IconVerticalSolidList"/>
    <dgm:cxn modelId="{3105C3DF-1E25-443E-9268-EDD25B3C18A7}" type="presParOf" srcId="{81D866C9-74E1-4B4D-982C-67FEE5A801CB}" destId="{6572CB4B-DF15-4F64-8576-B67113BA3C96}" srcOrd="2" destOrd="0" presId="urn:microsoft.com/office/officeart/2018/2/layout/IconVerticalSolidList"/>
    <dgm:cxn modelId="{F9B9C2EA-A409-4C1E-A0F8-309E0097832F}" type="presParOf" srcId="{6572CB4B-DF15-4F64-8576-B67113BA3C96}" destId="{640E70DE-5CEC-4C78-A664-4697F0673A74}" srcOrd="0" destOrd="0" presId="urn:microsoft.com/office/officeart/2018/2/layout/IconVerticalSolidList"/>
    <dgm:cxn modelId="{346754ED-0F19-467C-879A-00C10CD6F370}" type="presParOf" srcId="{6572CB4B-DF15-4F64-8576-B67113BA3C96}" destId="{E83BAC68-766F-4D86-83DC-BC3CBFBA702A}" srcOrd="1" destOrd="0" presId="urn:microsoft.com/office/officeart/2018/2/layout/IconVerticalSolidList"/>
    <dgm:cxn modelId="{76E8223B-2077-4A4E-8FEA-3B27507003FE}" type="presParOf" srcId="{6572CB4B-DF15-4F64-8576-B67113BA3C96}" destId="{B8EDF45A-966B-4646-B88B-AA347744C0A3}" srcOrd="2" destOrd="0" presId="urn:microsoft.com/office/officeart/2018/2/layout/IconVerticalSolidList"/>
    <dgm:cxn modelId="{5ECB9E54-EF71-4DF3-A69B-50ACA731A57F}" type="presParOf" srcId="{6572CB4B-DF15-4F64-8576-B67113BA3C96}" destId="{4A31812E-3F93-4CD6-942A-36ACE599F0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F8CDA4-DADB-446B-8BDF-3FB4610C1D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38FBA77-5265-4C0F-A44E-3A4D32AE14C3}">
      <dgm:prSet/>
      <dgm:spPr/>
      <dgm:t>
        <a:bodyPr/>
        <a:lstStyle/>
        <a:p>
          <a:r>
            <a:rPr lang="en-US"/>
            <a:t>• HTML – Website structure</a:t>
          </a:r>
        </a:p>
      </dgm:t>
    </dgm:pt>
    <dgm:pt modelId="{1FE19416-542A-4B06-B550-83DAF7DC7676}" type="parTrans" cxnId="{4490B94A-A361-446F-B8AD-B79225AE820B}">
      <dgm:prSet/>
      <dgm:spPr/>
      <dgm:t>
        <a:bodyPr/>
        <a:lstStyle/>
        <a:p>
          <a:endParaRPr lang="en-US"/>
        </a:p>
      </dgm:t>
    </dgm:pt>
    <dgm:pt modelId="{55C906B8-3DFC-4131-89FC-B7FD977ACEB8}" type="sibTrans" cxnId="{4490B94A-A361-446F-B8AD-B79225AE820B}">
      <dgm:prSet/>
      <dgm:spPr/>
      <dgm:t>
        <a:bodyPr/>
        <a:lstStyle/>
        <a:p>
          <a:endParaRPr lang="en-US"/>
        </a:p>
      </dgm:t>
    </dgm:pt>
    <dgm:pt modelId="{C6A463A3-6AEE-479E-824B-ACEA0E87893E}">
      <dgm:prSet/>
      <dgm:spPr/>
      <dgm:t>
        <a:bodyPr/>
        <a:lstStyle/>
        <a:p>
          <a:r>
            <a:rPr lang="en-US"/>
            <a:t>• CSS – Website styling</a:t>
          </a:r>
        </a:p>
      </dgm:t>
    </dgm:pt>
    <dgm:pt modelId="{5741908F-6765-43E8-BB1F-7C42B8E9AEB3}" type="parTrans" cxnId="{EAD5DC47-0187-4A76-913A-5E9B7B066BD0}">
      <dgm:prSet/>
      <dgm:spPr/>
      <dgm:t>
        <a:bodyPr/>
        <a:lstStyle/>
        <a:p>
          <a:endParaRPr lang="en-US"/>
        </a:p>
      </dgm:t>
    </dgm:pt>
    <dgm:pt modelId="{F71E77F5-4FCB-44E8-A19D-839B44EB8B1C}" type="sibTrans" cxnId="{EAD5DC47-0187-4A76-913A-5E9B7B066BD0}">
      <dgm:prSet/>
      <dgm:spPr/>
      <dgm:t>
        <a:bodyPr/>
        <a:lstStyle/>
        <a:p>
          <a:endParaRPr lang="en-US"/>
        </a:p>
      </dgm:t>
    </dgm:pt>
    <dgm:pt modelId="{6021C399-CCD9-4734-9421-0964F4B85FDA}">
      <dgm:prSet/>
      <dgm:spPr/>
      <dgm:t>
        <a:bodyPr/>
        <a:lstStyle/>
        <a:p>
          <a:r>
            <a:rPr lang="en-US"/>
            <a:t>• IBM Watsonx Assistant – AI chatbot</a:t>
          </a:r>
        </a:p>
      </dgm:t>
    </dgm:pt>
    <dgm:pt modelId="{B2B0FD90-D4DA-427F-B490-2EC70B77CB3D}" type="parTrans" cxnId="{EBDB89F7-3B79-4F2A-89EF-6DB404D3FCAC}">
      <dgm:prSet/>
      <dgm:spPr/>
      <dgm:t>
        <a:bodyPr/>
        <a:lstStyle/>
        <a:p>
          <a:endParaRPr lang="en-US"/>
        </a:p>
      </dgm:t>
    </dgm:pt>
    <dgm:pt modelId="{266FD3B3-6FBC-4591-BB78-CD20326FC99B}" type="sibTrans" cxnId="{EBDB89F7-3B79-4F2A-89EF-6DB404D3FCAC}">
      <dgm:prSet/>
      <dgm:spPr/>
      <dgm:t>
        <a:bodyPr/>
        <a:lstStyle/>
        <a:p>
          <a:endParaRPr lang="en-US"/>
        </a:p>
      </dgm:t>
    </dgm:pt>
    <dgm:pt modelId="{95FD70CC-C75F-4DCD-B922-D84970911E20}" type="pres">
      <dgm:prSet presAssocID="{7DF8CDA4-DADB-446B-8BDF-3FB4610C1DC3}" presName="root" presStyleCnt="0">
        <dgm:presLayoutVars>
          <dgm:dir/>
          <dgm:resizeHandles val="exact"/>
        </dgm:presLayoutVars>
      </dgm:prSet>
      <dgm:spPr/>
    </dgm:pt>
    <dgm:pt modelId="{00162A44-DC93-4D71-ABB6-D647ECA83268}" type="pres">
      <dgm:prSet presAssocID="{E38FBA77-5265-4C0F-A44E-3A4D32AE14C3}" presName="compNode" presStyleCnt="0"/>
      <dgm:spPr/>
    </dgm:pt>
    <dgm:pt modelId="{EC075D06-EFC4-4D43-A618-DCA0DEFC7AA1}" type="pres">
      <dgm:prSet presAssocID="{E38FBA77-5265-4C0F-A44E-3A4D32AE14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B09DC72-22EA-4BBE-BC4D-B7F7CD565052}" type="pres">
      <dgm:prSet presAssocID="{E38FBA77-5265-4C0F-A44E-3A4D32AE14C3}" presName="spaceRect" presStyleCnt="0"/>
      <dgm:spPr/>
    </dgm:pt>
    <dgm:pt modelId="{F7EBC56E-6E20-4F0E-B84E-5D77192C07C5}" type="pres">
      <dgm:prSet presAssocID="{E38FBA77-5265-4C0F-A44E-3A4D32AE14C3}" presName="textRect" presStyleLbl="revTx" presStyleIdx="0" presStyleCnt="3">
        <dgm:presLayoutVars>
          <dgm:chMax val="1"/>
          <dgm:chPref val="1"/>
        </dgm:presLayoutVars>
      </dgm:prSet>
      <dgm:spPr/>
    </dgm:pt>
    <dgm:pt modelId="{E0250B92-2FEB-4E80-A717-BDE943F1A154}" type="pres">
      <dgm:prSet presAssocID="{55C906B8-3DFC-4131-89FC-B7FD977ACEB8}" presName="sibTrans" presStyleCnt="0"/>
      <dgm:spPr/>
    </dgm:pt>
    <dgm:pt modelId="{1A3A309E-034C-4034-85A0-15D68109AB13}" type="pres">
      <dgm:prSet presAssocID="{C6A463A3-6AEE-479E-824B-ACEA0E87893E}" presName="compNode" presStyleCnt="0"/>
      <dgm:spPr/>
    </dgm:pt>
    <dgm:pt modelId="{080F5329-9E71-4FDF-BCD5-87CA2C0E241D}" type="pres">
      <dgm:prSet presAssocID="{C6A463A3-6AEE-479E-824B-ACEA0E8789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DFED06D8-D92F-417B-9AE9-61F15B2582A2}" type="pres">
      <dgm:prSet presAssocID="{C6A463A3-6AEE-479E-824B-ACEA0E87893E}" presName="spaceRect" presStyleCnt="0"/>
      <dgm:spPr/>
    </dgm:pt>
    <dgm:pt modelId="{9DDAFEDE-860B-4E89-9F1F-17AFDBE858EE}" type="pres">
      <dgm:prSet presAssocID="{C6A463A3-6AEE-479E-824B-ACEA0E87893E}" presName="textRect" presStyleLbl="revTx" presStyleIdx="1" presStyleCnt="3">
        <dgm:presLayoutVars>
          <dgm:chMax val="1"/>
          <dgm:chPref val="1"/>
        </dgm:presLayoutVars>
      </dgm:prSet>
      <dgm:spPr/>
    </dgm:pt>
    <dgm:pt modelId="{8A9FC82C-39C7-4662-AB5A-26FA573C1613}" type="pres">
      <dgm:prSet presAssocID="{F71E77F5-4FCB-44E8-A19D-839B44EB8B1C}" presName="sibTrans" presStyleCnt="0"/>
      <dgm:spPr/>
    </dgm:pt>
    <dgm:pt modelId="{1B9593DC-BCB5-4E81-87BC-0F9DD1652A02}" type="pres">
      <dgm:prSet presAssocID="{6021C399-CCD9-4734-9421-0964F4B85FDA}" presName="compNode" presStyleCnt="0"/>
      <dgm:spPr/>
    </dgm:pt>
    <dgm:pt modelId="{A67EB43F-3A3C-4FC4-B93F-39654C4DD046}" type="pres">
      <dgm:prSet presAssocID="{6021C399-CCD9-4734-9421-0964F4B85FD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D79F191-26B6-49F1-8FC2-D3E20217FDC6}" type="pres">
      <dgm:prSet presAssocID="{6021C399-CCD9-4734-9421-0964F4B85FDA}" presName="spaceRect" presStyleCnt="0"/>
      <dgm:spPr/>
    </dgm:pt>
    <dgm:pt modelId="{D0C8FAF6-C3EA-4558-BCAE-69974297BFB3}" type="pres">
      <dgm:prSet presAssocID="{6021C399-CCD9-4734-9421-0964F4B85FD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732A61D-0CA4-40B4-8D66-4746BDEAAAB7}" type="presOf" srcId="{7DF8CDA4-DADB-446B-8BDF-3FB4610C1DC3}" destId="{95FD70CC-C75F-4DCD-B922-D84970911E20}" srcOrd="0" destOrd="0" presId="urn:microsoft.com/office/officeart/2018/2/layout/IconLabelList"/>
    <dgm:cxn modelId="{D19A1A3D-D35E-4BA8-BAB7-2290309EC236}" type="presOf" srcId="{E38FBA77-5265-4C0F-A44E-3A4D32AE14C3}" destId="{F7EBC56E-6E20-4F0E-B84E-5D77192C07C5}" srcOrd="0" destOrd="0" presId="urn:microsoft.com/office/officeart/2018/2/layout/IconLabelList"/>
    <dgm:cxn modelId="{EAD5DC47-0187-4A76-913A-5E9B7B066BD0}" srcId="{7DF8CDA4-DADB-446B-8BDF-3FB4610C1DC3}" destId="{C6A463A3-6AEE-479E-824B-ACEA0E87893E}" srcOrd="1" destOrd="0" parTransId="{5741908F-6765-43E8-BB1F-7C42B8E9AEB3}" sibTransId="{F71E77F5-4FCB-44E8-A19D-839B44EB8B1C}"/>
    <dgm:cxn modelId="{4490B94A-A361-446F-B8AD-B79225AE820B}" srcId="{7DF8CDA4-DADB-446B-8BDF-3FB4610C1DC3}" destId="{E38FBA77-5265-4C0F-A44E-3A4D32AE14C3}" srcOrd="0" destOrd="0" parTransId="{1FE19416-542A-4B06-B550-83DAF7DC7676}" sibTransId="{55C906B8-3DFC-4131-89FC-B7FD977ACEB8}"/>
    <dgm:cxn modelId="{76979458-6CFC-4146-8715-7B80E8A41706}" type="presOf" srcId="{6021C399-CCD9-4734-9421-0964F4B85FDA}" destId="{D0C8FAF6-C3EA-4558-BCAE-69974297BFB3}" srcOrd="0" destOrd="0" presId="urn:microsoft.com/office/officeart/2018/2/layout/IconLabelList"/>
    <dgm:cxn modelId="{32CC52C0-5738-42BF-BC8D-A1036445F4B3}" type="presOf" srcId="{C6A463A3-6AEE-479E-824B-ACEA0E87893E}" destId="{9DDAFEDE-860B-4E89-9F1F-17AFDBE858EE}" srcOrd="0" destOrd="0" presId="urn:microsoft.com/office/officeart/2018/2/layout/IconLabelList"/>
    <dgm:cxn modelId="{EBDB89F7-3B79-4F2A-89EF-6DB404D3FCAC}" srcId="{7DF8CDA4-DADB-446B-8BDF-3FB4610C1DC3}" destId="{6021C399-CCD9-4734-9421-0964F4B85FDA}" srcOrd="2" destOrd="0" parTransId="{B2B0FD90-D4DA-427F-B490-2EC70B77CB3D}" sibTransId="{266FD3B3-6FBC-4591-BB78-CD20326FC99B}"/>
    <dgm:cxn modelId="{26AABA7B-337D-4845-AA59-410BD360B579}" type="presParOf" srcId="{95FD70CC-C75F-4DCD-B922-D84970911E20}" destId="{00162A44-DC93-4D71-ABB6-D647ECA83268}" srcOrd="0" destOrd="0" presId="urn:microsoft.com/office/officeart/2018/2/layout/IconLabelList"/>
    <dgm:cxn modelId="{AF48AF32-FD0F-443B-89FF-1208D567ED0B}" type="presParOf" srcId="{00162A44-DC93-4D71-ABB6-D647ECA83268}" destId="{EC075D06-EFC4-4D43-A618-DCA0DEFC7AA1}" srcOrd="0" destOrd="0" presId="urn:microsoft.com/office/officeart/2018/2/layout/IconLabelList"/>
    <dgm:cxn modelId="{CFA2DA6B-3AFB-4775-A6F7-AA4BCD0B1B58}" type="presParOf" srcId="{00162A44-DC93-4D71-ABB6-D647ECA83268}" destId="{CB09DC72-22EA-4BBE-BC4D-B7F7CD565052}" srcOrd="1" destOrd="0" presId="urn:microsoft.com/office/officeart/2018/2/layout/IconLabelList"/>
    <dgm:cxn modelId="{4E640B7B-FB3A-48C4-B96A-07E090F81236}" type="presParOf" srcId="{00162A44-DC93-4D71-ABB6-D647ECA83268}" destId="{F7EBC56E-6E20-4F0E-B84E-5D77192C07C5}" srcOrd="2" destOrd="0" presId="urn:microsoft.com/office/officeart/2018/2/layout/IconLabelList"/>
    <dgm:cxn modelId="{AC424A71-0678-44BC-8CFA-00417E61E63A}" type="presParOf" srcId="{95FD70CC-C75F-4DCD-B922-D84970911E20}" destId="{E0250B92-2FEB-4E80-A717-BDE943F1A154}" srcOrd="1" destOrd="0" presId="urn:microsoft.com/office/officeart/2018/2/layout/IconLabelList"/>
    <dgm:cxn modelId="{4AD6C00B-6D23-4B94-B72D-D20D123CF297}" type="presParOf" srcId="{95FD70CC-C75F-4DCD-B922-D84970911E20}" destId="{1A3A309E-034C-4034-85A0-15D68109AB13}" srcOrd="2" destOrd="0" presId="urn:microsoft.com/office/officeart/2018/2/layout/IconLabelList"/>
    <dgm:cxn modelId="{66ADA421-3193-468A-99F8-7BF6FD6B8492}" type="presParOf" srcId="{1A3A309E-034C-4034-85A0-15D68109AB13}" destId="{080F5329-9E71-4FDF-BCD5-87CA2C0E241D}" srcOrd="0" destOrd="0" presId="urn:microsoft.com/office/officeart/2018/2/layout/IconLabelList"/>
    <dgm:cxn modelId="{D4FD0EC5-7221-4731-BB27-28FCC4D7D65E}" type="presParOf" srcId="{1A3A309E-034C-4034-85A0-15D68109AB13}" destId="{DFED06D8-D92F-417B-9AE9-61F15B2582A2}" srcOrd="1" destOrd="0" presId="urn:microsoft.com/office/officeart/2018/2/layout/IconLabelList"/>
    <dgm:cxn modelId="{DE5DD831-BF40-42A3-BF8A-1C3435FF2DA6}" type="presParOf" srcId="{1A3A309E-034C-4034-85A0-15D68109AB13}" destId="{9DDAFEDE-860B-4E89-9F1F-17AFDBE858EE}" srcOrd="2" destOrd="0" presId="urn:microsoft.com/office/officeart/2018/2/layout/IconLabelList"/>
    <dgm:cxn modelId="{D55EE25C-4C0D-4D26-B606-B8023788F5EF}" type="presParOf" srcId="{95FD70CC-C75F-4DCD-B922-D84970911E20}" destId="{8A9FC82C-39C7-4662-AB5A-26FA573C1613}" srcOrd="3" destOrd="0" presId="urn:microsoft.com/office/officeart/2018/2/layout/IconLabelList"/>
    <dgm:cxn modelId="{5973CCCE-8444-4830-ADAF-17D4ED9D537E}" type="presParOf" srcId="{95FD70CC-C75F-4DCD-B922-D84970911E20}" destId="{1B9593DC-BCB5-4E81-87BC-0F9DD1652A02}" srcOrd="4" destOrd="0" presId="urn:microsoft.com/office/officeart/2018/2/layout/IconLabelList"/>
    <dgm:cxn modelId="{E20FE4D8-BE0A-4700-83DD-D2688AC901E0}" type="presParOf" srcId="{1B9593DC-BCB5-4E81-87BC-0F9DD1652A02}" destId="{A67EB43F-3A3C-4FC4-B93F-39654C4DD046}" srcOrd="0" destOrd="0" presId="urn:microsoft.com/office/officeart/2018/2/layout/IconLabelList"/>
    <dgm:cxn modelId="{D55FA1C0-3BCE-4181-9E85-8C3504D8DAE8}" type="presParOf" srcId="{1B9593DC-BCB5-4E81-87BC-0F9DD1652A02}" destId="{1D79F191-26B6-49F1-8FC2-D3E20217FDC6}" srcOrd="1" destOrd="0" presId="urn:microsoft.com/office/officeart/2018/2/layout/IconLabelList"/>
    <dgm:cxn modelId="{02B0DEF3-E70A-4A16-8286-8A5D3F215B3E}" type="presParOf" srcId="{1B9593DC-BCB5-4E81-87BC-0F9DD1652A02}" destId="{D0C8FAF6-C3EA-4558-BCAE-69974297BF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8E2365-53C1-4388-8A66-34F5FA4DD93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EBDF835-682D-46E6-8517-13411C551BD2}">
      <dgm:prSet/>
      <dgm:spPr/>
      <dgm:t>
        <a:bodyPr/>
        <a:lstStyle/>
        <a:p>
          <a:pPr>
            <a:defRPr cap="all"/>
          </a:pPr>
          <a:r>
            <a:rPr lang="en-IN"/>
            <a:t>User → Web Browser → Railway Website</a:t>
          </a:r>
          <a:endParaRPr lang="en-US"/>
        </a:p>
      </dgm:t>
    </dgm:pt>
    <dgm:pt modelId="{15469822-BF5D-4AB9-AD92-EC982EAE4CC3}" type="parTrans" cxnId="{662289DB-C28F-4A04-B96A-D35207AE38E5}">
      <dgm:prSet/>
      <dgm:spPr/>
      <dgm:t>
        <a:bodyPr/>
        <a:lstStyle/>
        <a:p>
          <a:endParaRPr lang="en-US"/>
        </a:p>
      </dgm:t>
    </dgm:pt>
    <dgm:pt modelId="{A31E7C52-2758-4D63-8E5E-0B34E17E0C29}" type="sibTrans" cxnId="{662289DB-C28F-4A04-B96A-D35207AE38E5}">
      <dgm:prSet/>
      <dgm:spPr/>
      <dgm:t>
        <a:bodyPr/>
        <a:lstStyle/>
        <a:p>
          <a:endParaRPr lang="en-US"/>
        </a:p>
      </dgm:t>
    </dgm:pt>
    <dgm:pt modelId="{901CE5F5-EC1A-431F-B228-458A3EC9D299}">
      <dgm:prSet/>
      <dgm:spPr/>
      <dgm:t>
        <a:bodyPr/>
        <a:lstStyle/>
        <a:p>
          <a:pPr>
            <a:defRPr cap="all"/>
          </a:pPr>
          <a:r>
            <a:rPr lang="en-IN"/>
            <a:t>Website → Watsonx Assistant API</a:t>
          </a:r>
          <a:endParaRPr lang="en-US"/>
        </a:p>
      </dgm:t>
    </dgm:pt>
    <dgm:pt modelId="{4FAB289A-D951-4B96-A6F4-2C7E7ED3D936}" type="parTrans" cxnId="{FA8D37CC-FA8C-4016-92C7-D86D8D3D98C3}">
      <dgm:prSet/>
      <dgm:spPr/>
      <dgm:t>
        <a:bodyPr/>
        <a:lstStyle/>
        <a:p>
          <a:endParaRPr lang="en-US"/>
        </a:p>
      </dgm:t>
    </dgm:pt>
    <dgm:pt modelId="{DE5954FD-35CF-4F81-88D0-FE934F946DE4}" type="sibTrans" cxnId="{FA8D37CC-FA8C-4016-92C7-D86D8D3D98C3}">
      <dgm:prSet/>
      <dgm:spPr/>
      <dgm:t>
        <a:bodyPr/>
        <a:lstStyle/>
        <a:p>
          <a:endParaRPr lang="en-US"/>
        </a:p>
      </dgm:t>
    </dgm:pt>
    <dgm:pt modelId="{DCB5A94C-9BE1-412D-B70D-DEF956C0DE61}">
      <dgm:prSet/>
      <dgm:spPr/>
      <dgm:t>
        <a:bodyPr/>
        <a:lstStyle/>
        <a:p>
          <a:pPr>
            <a:defRPr cap="all"/>
          </a:pPr>
          <a:r>
            <a:rPr lang="en-IN"/>
            <a:t>Chatbot processes user queries and returns responses.</a:t>
          </a:r>
          <a:endParaRPr lang="en-US"/>
        </a:p>
      </dgm:t>
    </dgm:pt>
    <dgm:pt modelId="{6B1EEC98-3F99-4A41-9503-BC7E495F0A66}" type="parTrans" cxnId="{B11E3F26-9360-4CC9-8761-20DE10E0D533}">
      <dgm:prSet/>
      <dgm:spPr/>
      <dgm:t>
        <a:bodyPr/>
        <a:lstStyle/>
        <a:p>
          <a:endParaRPr lang="en-US"/>
        </a:p>
      </dgm:t>
    </dgm:pt>
    <dgm:pt modelId="{3578EB97-F34A-4210-8191-2AA2016D5FC5}" type="sibTrans" cxnId="{B11E3F26-9360-4CC9-8761-20DE10E0D533}">
      <dgm:prSet/>
      <dgm:spPr/>
      <dgm:t>
        <a:bodyPr/>
        <a:lstStyle/>
        <a:p>
          <a:endParaRPr lang="en-US"/>
        </a:p>
      </dgm:t>
    </dgm:pt>
    <dgm:pt modelId="{90F2BA60-D44C-4191-B2B5-AE77490B71B5}" type="pres">
      <dgm:prSet presAssocID="{7A8E2365-53C1-4388-8A66-34F5FA4DD93C}" presName="root" presStyleCnt="0">
        <dgm:presLayoutVars>
          <dgm:dir/>
          <dgm:resizeHandles val="exact"/>
        </dgm:presLayoutVars>
      </dgm:prSet>
      <dgm:spPr/>
    </dgm:pt>
    <dgm:pt modelId="{1EC7176F-F53C-4B4C-AC2B-DC9C741EA4D5}" type="pres">
      <dgm:prSet presAssocID="{5EBDF835-682D-46E6-8517-13411C551BD2}" presName="compNode" presStyleCnt="0"/>
      <dgm:spPr/>
    </dgm:pt>
    <dgm:pt modelId="{94123B19-C4A2-457E-87C2-C1C79ECDF627}" type="pres">
      <dgm:prSet presAssocID="{5EBDF835-682D-46E6-8517-13411C551BD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62C2D6A-63A1-4FD3-87A6-DA9C8DF15977}" type="pres">
      <dgm:prSet presAssocID="{5EBDF835-682D-46E6-8517-13411C551B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CA62A5A-E74B-4C63-8B0A-540ACA4EE54C}" type="pres">
      <dgm:prSet presAssocID="{5EBDF835-682D-46E6-8517-13411C551BD2}" presName="spaceRect" presStyleCnt="0"/>
      <dgm:spPr/>
    </dgm:pt>
    <dgm:pt modelId="{F3F5A291-87E8-4FA4-B9E8-CB36208664DC}" type="pres">
      <dgm:prSet presAssocID="{5EBDF835-682D-46E6-8517-13411C551BD2}" presName="textRect" presStyleLbl="revTx" presStyleIdx="0" presStyleCnt="3">
        <dgm:presLayoutVars>
          <dgm:chMax val="1"/>
          <dgm:chPref val="1"/>
        </dgm:presLayoutVars>
      </dgm:prSet>
      <dgm:spPr/>
    </dgm:pt>
    <dgm:pt modelId="{BFAC9B08-F737-4699-89C6-8B00523BA4BF}" type="pres">
      <dgm:prSet presAssocID="{A31E7C52-2758-4D63-8E5E-0B34E17E0C29}" presName="sibTrans" presStyleCnt="0"/>
      <dgm:spPr/>
    </dgm:pt>
    <dgm:pt modelId="{A2843CCB-7C04-4C67-BC84-410968E63CFA}" type="pres">
      <dgm:prSet presAssocID="{901CE5F5-EC1A-431F-B228-458A3EC9D299}" presName="compNode" presStyleCnt="0"/>
      <dgm:spPr/>
    </dgm:pt>
    <dgm:pt modelId="{5618C50D-25D2-4B44-85DD-846B1FCE40DE}" type="pres">
      <dgm:prSet presAssocID="{901CE5F5-EC1A-431F-B228-458A3EC9D29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0297430-7D47-4EB6-AF1C-6E24589C1EE3}" type="pres">
      <dgm:prSet presAssocID="{901CE5F5-EC1A-431F-B228-458A3EC9D29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92B23C3-4AA3-4438-93E0-4EF30CA8FB95}" type="pres">
      <dgm:prSet presAssocID="{901CE5F5-EC1A-431F-B228-458A3EC9D299}" presName="spaceRect" presStyleCnt="0"/>
      <dgm:spPr/>
    </dgm:pt>
    <dgm:pt modelId="{19E0DD05-337C-4C4A-9595-4B8531558263}" type="pres">
      <dgm:prSet presAssocID="{901CE5F5-EC1A-431F-B228-458A3EC9D299}" presName="textRect" presStyleLbl="revTx" presStyleIdx="1" presStyleCnt="3">
        <dgm:presLayoutVars>
          <dgm:chMax val="1"/>
          <dgm:chPref val="1"/>
        </dgm:presLayoutVars>
      </dgm:prSet>
      <dgm:spPr/>
    </dgm:pt>
    <dgm:pt modelId="{DAA9CEC0-5DC2-4649-8405-26A9C17F0243}" type="pres">
      <dgm:prSet presAssocID="{DE5954FD-35CF-4F81-88D0-FE934F946DE4}" presName="sibTrans" presStyleCnt="0"/>
      <dgm:spPr/>
    </dgm:pt>
    <dgm:pt modelId="{EB383725-BF21-4A0E-9632-DAA2F7252B79}" type="pres">
      <dgm:prSet presAssocID="{DCB5A94C-9BE1-412D-B70D-DEF956C0DE61}" presName="compNode" presStyleCnt="0"/>
      <dgm:spPr/>
    </dgm:pt>
    <dgm:pt modelId="{8EF946B0-EF5E-49E1-843A-26FED5170E2E}" type="pres">
      <dgm:prSet presAssocID="{DCB5A94C-9BE1-412D-B70D-DEF956C0DE6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C7CB24C-A5E6-4353-8154-096FFF664A1D}" type="pres">
      <dgm:prSet presAssocID="{DCB5A94C-9BE1-412D-B70D-DEF956C0DE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61B635A-894B-47DB-8580-1FDD40F1D89A}" type="pres">
      <dgm:prSet presAssocID="{DCB5A94C-9BE1-412D-B70D-DEF956C0DE61}" presName="spaceRect" presStyleCnt="0"/>
      <dgm:spPr/>
    </dgm:pt>
    <dgm:pt modelId="{5F05A600-106F-4F8A-B64F-F6A67646DD9D}" type="pres">
      <dgm:prSet presAssocID="{DCB5A94C-9BE1-412D-B70D-DEF956C0DE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11E3F26-9360-4CC9-8761-20DE10E0D533}" srcId="{7A8E2365-53C1-4388-8A66-34F5FA4DD93C}" destId="{DCB5A94C-9BE1-412D-B70D-DEF956C0DE61}" srcOrd="2" destOrd="0" parTransId="{6B1EEC98-3F99-4A41-9503-BC7E495F0A66}" sibTransId="{3578EB97-F34A-4210-8191-2AA2016D5FC5}"/>
    <dgm:cxn modelId="{8EC8DF83-12FD-49F6-B86F-2D9FD5989E0C}" type="presOf" srcId="{DCB5A94C-9BE1-412D-B70D-DEF956C0DE61}" destId="{5F05A600-106F-4F8A-B64F-F6A67646DD9D}" srcOrd="0" destOrd="0" presId="urn:microsoft.com/office/officeart/2018/5/layout/IconLeafLabelList"/>
    <dgm:cxn modelId="{E8599A8A-56B2-430C-B49D-008B6AF10C33}" type="presOf" srcId="{901CE5F5-EC1A-431F-B228-458A3EC9D299}" destId="{19E0DD05-337C-4C4A-9595-4B8531558263}" srcOrd="0" destOrd="0" presId="urn:microsoft.com/office/officeart/2018/5/layout/IconLeafLabelList"/>
    <dgm:cxn modelId="{6F81879C-1ED6-4425-91A2-7BE67EF27A92}" type="presOf" srcId="{7A8E2365-53C1-4388-8A66-34F5FA4DD93C}" destId="{90F2BA60-D44C-4191-B2B5-AE77490B71B5}" srcOrd="0" destOrd="0" presId="urn:microsoft.com/office/officeart/2018/5/layout/IconLeafLabelList"/>
    <dgm:cxn modelId="{FA8D37CC-FA8C-4016-92C7-D86D8D3D98C3}" srcId="{7A8E2365-53C1-4388-8A66-34F5FA4DD93C}" destId="{901CE5F5-EC1A-431F-B228-458A3EC9D299}" srcOrd="1" destOrd="0" parTransId="{4FAB289A-D951-4B96-A6F4-2C7E7ED3D936}" sibTransId="{DE5954FD-35CF-4F81-88D0-FE934F946DE4}"/>
    <dgm:cxn modelId="{F25DB7CE-D848-4DA2-BC4B-BAD9738BD7CA}" type="presOf" srcId="{5EBDF835-682D-46E6-8517-13411C551BD2}" destId="{F3F5A291-87E8-4FA4-B9E8-CB36208664DC}" srcOrd="0" destOrd="0" presId="urn:microsoft.com/office/officeart/2018/5/layout/IconLeafLabelList"/>
    <dgm:cxn modelId="{662289DB-C28F-4A04-B96A-D35207AE38E5}" srcId="{7A8E2365-53C1-4388-8A66-34F5FA4DD93C}" destId="{5EBDF835-682D-46E6-8517-13411C551BD2}" srcOrd="0" destOrd="0" parTransId="{15469822-BF5D-4AB9-AD92-EC982EAE4CC3}" sibTransId="{A31E7C52-2758-4D63-8E5E-0B34E17E0C29}"/>
    <dgm:cxn modelId="{68561128-BCB2-4F20-B782-9C25DAC62A6B}" type="presParOf" srcId="{90F2BA60-D44C-4191-B2B5-AE77490B71B5}" destId="{1EC7176F-F53C-4B4C-AC2B-DC9C741EA4D5}" srcOrd="0" destOrd="0" presId="urn:microsoft.com/office/officeart/2018/5/layout/IconLeafLabelList"/>
    <dgm:cxn modelId="{6E42C424-01E2-4361-9918-774600E3074F}" type="presParOf" srcId="{1EC7176F-F53C-4B4C-AC2B-DC9C741EA4D5}" destId="{94123B19-C4A2-457E-87C2-C1C79ECDF627}" srcOrd="0" destOrd="0" presId="urn:microsoft.com/office/officeart/2018/5/layout/IconLeafLabelList"/>
    <dgm:cxn modelId="{5DC2ADE7-B0B1-4AA7-80DC-4681A1AA6D96}" type="presParOf" srcId="{1EC7176F-F53C-4B4C-AC2B-DC9C741EA4D5}" destId="{D62C2D6A-63A1-4FD3-87A6-DA9C8DF15977}" srcOrd="1" destOrd="0" presId="urn:microsoft.com/office/officeart/2018/5/layout/IconLeafLabelList"/>
    <dgm:cxn modelId="{F8A2D7E9-CE78-4DCD-8126-0126DEAC8597}" type="presParOf" srcId="{1EC7176F-F53C-4B4C-AC2B-DC9C741EA4D5}" destId="{ECA62A5A-E74B-4C63-8B0A-540ACA4EE54C}" srcOrd="2" destOrd="0" presId="urn:microsoft.com/office/officeart/2018/5/layout/IconLeafLabelList"/>
    <dgm:cxn modelId="{64F948D0-9F94-4C77-9FBA-CBA9508AAF53}" type="presParOf" srcId="{1EC7176F-F53C-4B4C-AC2B-DC9C741EA4D5}" destId="{F3F5A291-87E8-4FA4-B9E8-CB36208664DC}" srcOrd="3" destOrd="0" presId="urn:microsoft.com/office/officeart/2018/5/layout/IconLeafLabelList"/>
    <dgm:cxn modelId="{93B8E802-F50A-4FA7-93A4-402963F0A237}" type="presParOf" srcId="{90F2BA60-D44C-4191-B2B5-AE77490B71B5}" destId="{BFAC9B08-F737-4699-89C6-8B00523BA4BF}" srcOrd="1" destOrd="0" presId="urn:microsoft.com/office/officeart/2018/5/layout/IconLeafLabelList"/>
    <dgm:cxn modelId="{DEF96F9C-2961-4C34-9E31-BA8743071B6C}" type="presParOf" srcId="{90F2BA60-D44C-4191-B2B5-AE77490B71B5}" destId="{A2843CCB-7C04-4C67-BC84-410968E63CFA}" srcOrd="2" destOrd="0" presId="urn:microsoft.com/office/officeart/2018/5/layout/IconLeafLabelList"/>
    <dgm:cxn modelId="{246E782D-39A1-4282-9D0D-61981115F5D4}" type="presParOf" srcId="{A2843CCB-7C04-4C67-BC84-410968E63CFA}" destId="{5618C50D-25D2-4B44-85DD-846B1FCE40DE}" srcOrd="0" destOrd="0" presId="urn:microsoft.com/office/officeart/2018/5/layout/IconLeafLabelList"/>
    <dgm:cxn modelId="{68551DF2-9B7C-4E6D-9FA1-43DBF334F055}" type="presParOf" srcId="{A2843CCB-7C04-4C67-BC84-410968E63CFA}" destId="{D0297430-7D47-4EB6-AF1C-6E24589C1EE3}" srcOrd="1" destOrd="0" presId="urn:microsoft.com/office/officeart/2018/5/layout/IconLeafLabelList"/>
    <dgm:cxn modelId="{F5901ABA-4C36-467E-B895-FBED038E043F}" type="presParOf" srcId="{A2843CCB-7C04-4C67-BC84-410968E63CFA}" destId="{F92B23C3-4AA3-4438-93E0-4EF30CA8FB95}" srcOrd="2" destOrd="0" presId="urn:microsoft.com/office/officeart/2018/5/layout/IconLeafLabelList"/>
    <dgm:cxn modelId="{561C0C06-1361-4E4B-BBE8-20DFCA211765}" type="presParOf" srcId="{A2843CCB-7C04-4C67-BC84-410968E63CFA}" destId="{19E0DD05-337C-4C4A-9595-4B8531558263}" srcOrd="3" destOrd="0" presId="urn:microsoft.com/office/officeart/2018/5/layout/IconLeafLabelList"/>
    <dgm:cxn modelId="{95FCF910-06E2-44C9-9574-F50F36077ADA}" type="presParOf" srcId="{90F2BA60-D44C-4191-B2B5-AE77490B71B5}" destId="{DAA9CEC0-5DC2-4649-8405-26A9C17F0243}" srcOrd="3" destOrd="0" presId="urn:microsoft.com/office/officeart/2018/5/layout/IconLeafLabelList"/>
    <dgm:cxn modelId="{2D3BFD93-4AC1-49A5-969C-880D801B012B}" type="presParOf" srcId="{90F2BA60-D44C-4191-B2B5-AE77490B71B5}" destId="{EB383725-BF21-4A0E-9632-DAA2F7252B79}" srcOrd="4" destOrd="0" presId="urn:microsoft.com/office/officeart/2018/5/layout/IconLeafLabelList"/>
    <dgm:cxn modelId="{18CEB85D-CC31-4FB1-94E9-78DA1263A4E4}" type="presParOf" srcId="{EB383725-BF21-4A0E-9632-DAA2F7252B79}" destId="{8EF946B0-EF5E-49E1-843A-26FED5170E2E}" srcOrd="0" destOrd="0" presId="urn:microsoft.com/office/officeart/2018/5/layout/IconLeafLabelList"/>
    <dgm:cxn modelId="{A480C0CF-73DC-4F33-8363-408514EE67A8}" type="presParOf" srcId="{EB383725-BF21-4A0E-9632-DAA2F7252B79}" destId="{2C7CB24C-A5E6-4353-8154-096FFF664A1D}" srcOrd="1" destOrd="0" presId="urn:microsoft.com/office/officeart/2018/5/layout/IconLeafLabelList"/>
    <dgm:cxn modelId="{903EDF73-69E2-41E2-82F0-CB4BA8F61B2C}" type="presParOf" srcId="{EB383725-BF21-4A0E-9632-DAA2F7252B79}" destId="{561B635A-894B-47DB-8580-1FDD40F1D89A}" srcOrd="2" destOrd="0" presId="urn:microsoft.com/office/officeart/2018/5/layout/IconLeafLabelList"/>
    <dgm:cxn modelId="{D455FCDE-0AC8-46CD-AEEA-44B9D5943961}" type="presParOf" srcId="{EB383725-BF21-4A0E-9632-DAA2F7252B79}" destId="{5F05A600-106F-4F8A-B64F-F6A67646DD9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2CD9AE-7DC4-447C-AE21-38770A7E0E0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F349DB-6713-40B4-AFBF-49B0692959B9}">
      <dgm:prSet/>
      <dgm:spPr/>
      <dgm:t>
        <a:bodyPr/>
        <a:lstStyle/>
        <a:p>
          <a:r>
            <a:rPr lang="en-US"/>
            <a:t>• IBM Watsonx Assistant used to build chatbot</a:t>
          </a:r>
        </a:p>
      </dgm:t>
    </dgm:pt>
    <dgm:pt modelId="{9CD14A96-8DAA-4DEB-8004-1793529DB168}" type="parTrans" cxnId="{B6ED030A-54F9-4DE3-B906-C3CEC075E9E0}">
      <dgm:prSet/>
      <dgm:spPr/>
      <dgm:t>
        <a:bodyPr/>
        <a:lstStyle/>
        <a:p>
          <a:endParaRPr lang="en-US"/>
        </a:p>
      </dgm:t>
    </dgm:pt>
    <dgm:pt modelId="{9B2A3FF8-31DE-4CE2-8EB2-98455E1930DE}" type="sibTrans" cxnId="{B6ED030A-54F9-4DE3-B906-C3CEC075E9E0}">
      <dgm:prSet/>
      <dgm:spPr/>
      <dgm:t>
        <a:bodyPr/>
        <a:lstStyle/>
        <a:p>
          <a:endParaRPr lang="en-US"/>
        </a:p>
      </dgm:t>
    </dgm:pt>
    <dgm:pt modelId="{68BE166C-0BF9-49FE-BB47-EB257CA6D00C}">
      <dgm:prSet/>
      <dgm:spPr/>
      <dgm:t>
        <a:bodyPr/>
        <a:lstStyle/>
        <a:p>
          <a:r>
            <a:rPr lang="en-US"/>
            <a:t>• Intents and entities created for user queries</a:t>
          </a:r>
        </a:p>
      </dgm:t>
    </dgm:pt>
    <dgm:pt modelId="{E80275AB-1DDA-48B9-93DD-3FC3EE5E10D3}" type="parTrans" cxnId="{1ABAFCE3-DF1D-475A-8D65-D45212C26F62}">
      <dgm:prSet/>
      <dgm:spPr/>
      <dgm:t>
        <a:bodyPr/>
        <a:lstStyle/>
        <a:p>
          <a:endParaRPr lang="en-US"/>
        </a:p>
      </dgm:t>
    </dgm:pt>
    <dgm:pt modelId="{6714055A-A927-42F1-A508-5AC0D4D2A70F}" type="sibTrans" cxnId="{1ABAFCE3-DF1D-475A-8D65-D45212C26F62}">
      <dgm:prSet/>
      <dgm:spPr/>
      <dgm:t>
        <a:bodyPr/>
        <a:lstStyle/>
        <a:p>
          <a:endParaRPr lang="en-US"/>
        </a:p>
      </dgm:t>
    </dgm:pt>
    <dgm:pt modelId="{DBF8F4D8-BEA3-46A2-B0C1-0557BBF5AA48}">
      <dgm:prSet/>
      <dgm:spPr/>
      <dgm:t>
        <a:bodyPr/>
        <a:lstStyle/>
        <a:p>
          <a:r>
            <a:rPr lang="en-US"/>
            <a:t>• Chatbot embedded into website using Web Chat script</a:t>
          </a:r>
        </a:p>
      </dgm:t>
    </dgm:pt>
    <dgm:pt modelId="{8231C74A-BB00-460E-97BE-5863281C240B}" type="parTrans" cxnId="{920B587F-FCD8-44F4-B44E-95B09ADC8160}">
      <dgm:prSet/>
      <dgm:spPr/>
      <dgm:t>
        <a:bodyPr/>
        <a:lstStyle/>
        <a:p>
          <a:endParaRPr lang="en-US"/>
        </a:p>
      </dgm:t>
    </dgm:pt>
    <dgm:pt modelId="{4FEED3B8-75DE-4B16-B12F-7BAEAAF90412}" type="sibTrans" cxnId="{920B587F-FCD8-44F4-B44E-95B09ADC8160}">
      <dgm:prSet/>
      <dgm:spPr/>
      <dgm:t>
        <a:bodyPr/>
        <a:lstStyle/>
        <a:p>
          <a:endParaRPr lang="en-US"/>
        </a:p>
      </dgm:t>
    </dgm:pt>
    <dgm:pt modelId="{E2100E8E-387C-4DE3-866F-EEBBE6CF64FD}" type="pres">
      <dgm:prSet presAssocID="{B62CD9AE-7DC4-447C-AE21-38770A7E0E0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318C0C-8E43-4401-B864-D0B5D0EEA16D}" type="pres">
      <dgm:prSet presAssocID="{F1F349DB-6713-40B4-AFBF-49B0692959B9}" presName="hierRoot1" presStyleCnt="0"/>
      <dgm:spPr/>
    </dgm:pt>
    <dgm:pt modelId="{931E0A6D-FD62-45B9-9D97-8A7FFB9B62FF}" type="pres">
      <dgm:prSet presAssocID="{F1F349DB-6713-40B4-AFBF-49B0692959B9}" presName="composite" presStyleCnt="0"/>
      <dgm:spPr/>
    </dgm:pt>
    <dgm:pt modelId="{29B62ED2-D89D-4375-B935-1542A55F6895}" type="pres">
      <dgm:prSet presAssocID="{F1F349DB-6713-40B4-AFBF-49B0692959B9}" presName="background" presStyleLbl="node0" presStyleIdx="0" presStyleCnt="3"/>
      <dgm:spPr/>
    </dgm:pt>
    <dgm:pt modelId="{A4AA6CD3-44E1-4EA7-A575-8F43DFEE4FCB}" type="pres">
      <dgm:prSet presAssocID="{F1F349DB-6713-40B4-AFBF-49B0692959B9}" presName="text" presStyleLbl="fgAcc0" presStyleIdx="0" presStyleCnt="3">
        <dgm:presLayoutVars>
          <dgm:chPref val="3"/>
        </dgm:presLayoutVars>
      </dgm:prSet>
      <dgm:spPr/>
    </dgm:pt>
    <dgm:pt modelId="{C3BD7F8C-AA10-4622-B10D-D7E9773A4AFD}" type="pres">
      <dgm:prSet presAssocID="{F1F349DB-6713-40B4-AFBF-49B0692959B9}" presName="hierChild2" presStyleCnt="0"/>
      <dgm:spPr/>
    </dgm:pt>
    <dgm:pt modelId="{62145E35-16A6-471C-BC08-31D3C93D4982}" type="pres">
      <dgm:prSet presAssocID="{68BE166C-0BF9-49FE-BB47-EB257CA6D00C}" presName="hierRoot1" presStyleCnt="0"/>
      <dgm:spPr/>
    </dgm:pt>
    <dgm:pt modelId="{27211A10-FE87-4E7C-9E9B-1156DD1E15E6}" type="pres">
      <dgm:prSet presAssocID="{68BE166C-0BF9-49FE-BB47-EB257CA6D00C}" presName="composite" presStyleCnt="0"/>
      <dgm:spPr/>
    </dgm:pt>
    <dgm:pt modelId="{F76B988C-FC0C-4947-8162-B51702FE4CBB}" type="pres">
      <dgm:prSet presAssocID="{68BE166C-0BF9-49FE-BB47-EB257CA6D00C}" presName="background" presStyleLbl="node0" presStyleIdx="1" presStyleCnt="3"/>
      <dgm:spPr/>
    </dgm:pt>
    <dgm:pt modelId="{75154E24-8D5F-474D-AB98-FF8CA6B93E1A}" type="pres">
      <dgm:prSet presAssocID="{68BE166C-0BF9-49FE-BB47-EB257CA6D00C}" presName="text" presStyleLbl="fgAcc0" presStyleIdx="1" presStyleCnt="3">
        <dgm:presLayoutVars>
          <dgm:chPref val="3"/>
        </dgm:presLayoutVars>
      </dgm:prSet>
      <dgm:spPr/>
    </dgm:pt>
    <dgm:pt modelId="{C9228C08-576C-4D60-A89F-5E509E8AF013}" type="pres">
      <dgm:prSet presAssocID="{68BE166C-0BF9-49FE-BB47-EB257CA6D00C}" presName="hierChild2" presStyleCnt="0"/>
      <dgm:spPr/>
    </dgm:pt>
    <dgm:pt modelId="{7DF33399-B033-4D2C-9B49-F186745D3B56}" type="pres">
      <dgm:prSet presAssocID="{DBF8F4D8-BEA3-46A2-B0C1-0557BBF5AA48}" presName="hierRoot1" presStyleCnt="0"/>
      <dgm:spPr/>
    </dgm:pt>
    <dgm:pt modelId="{BD1290F3-8EFE-4C31-A728-9173ED1DAD5C}" type="pres">
      <dgm:prSet presAssocID="{DBF8F4D8-BEA3-46A2-B0C1-0557BBF5AA48}" presName="composite" presStyleCnt="0"/>
      <dgm:spPr/>
    </dgm:pt>
    <dgm:pt modelId="{6C85DCB0-7D82-4A92-A56E-C0DAEF798BDD}" type="pres">
      <dgm:prSet presAssocID="{DBF8F4D8-BEA3-46A2-B0C1-0557BBF5AA48}" presName="background" presStyleLbl="node0" presStyleIdx="2" presStyleCnt="3"/>
      <dgm:spPr/>
    </dgm:pt>
    <dgm:pt modelId="{E98310FC-A319-4FB8-BC65-58A8F2D161FC}" type="pres">
      <dgm:prSet presAssocID="{DBF8F4D8-BEA3-46A2-B0C1-0557BBF5AA48}" presName="text" presStyleLbl="fgAcc0" presStyleIdx="2" presStyleCnt="3">
        <dgm:presLayoutVars>
          <dgm:chPref val="3"/>
        </dgm:presLayoutVars>
      </dgm:prSet>
      <dgm:spPr/>
    </dgm:pt>
    <dgm:pt modelId="{292E47A2-7F13-4F18-8C62-EB8FA4C30914}" type="pres">
      <dgm:prSet presAssocID="{DBF8F4D8-BEA3-46A2-B0C1-0557BBF5AA48}" presName="hierChild2" presStyleCnt="0"/>
      <dgm:spPr/>
    </dgm:pt>
  </dgm:ptLst>
  <dgm:cxnLst>
    <dgm:cxn modelId="{B6ED030A-54F9-4DE3-B906-C3CEC075E9E0}" srcId="{B62CD9AE-7DC4-447C-AE21-38770A7E0E03}" destId="{F1F349DB-6713-40B4-AFBF-49B0692959B9}" srcOrd="0" destOrd="0" parTransId="{9CD14A96-8DAA-4DEB-8004-1793529DB168}" sibTransId="{9B2A3FF8-31DE-4CE2-8EB2-98455E1930DE}"/>
    <dgm:cxn modelId="{E1E6ED3C-DB0A-4983-A89D-F83E323EC457}" type="presOf" srcId="{68BE166C-0BF9-49FE-BB47-EB257CA6D00C}" destId="{75154E24-8D5F-474D-AB98-FF8CA6B93E1A}" srcOrd="0" destOrd="0" presId="urn:microsoft.com/office/officeart/2005/8/layout/hierarchy1"/>
    <dgm:cxn modelId="{365E903D-3D33-416C-A33B-0C53C2319BBD}" type="presOf" srcId="{B62CD9AE-7DC4-447C-AE21-38770A7E0E03}" destId="{E2100E8E-387C-4DE3-866F-EEBBE6CF64FD}" srcOrd="0" destOrd="0" presId="urn:microsoft.com/office/officeart/2005/8/layout/hierarchy1"/>
    <dgm:cxn modelId="{5AF21760-E9BA-415C-810C-D72B7686F287}" type="presOf" srcId="{DBF8F4D8-BEA3-46A2-B0C1-0557BBF5AA48}" destId="{E98310FC-A319-4FB8-BC65-58A8F2D161FC}" srcOrd="0" destOrd="0" presId="urn:microsoft.com/office/officeart/2005/8/layout/hierarchy1"/>
    <dgm:cxn modelId="{920B587F-FCD8-44F4-B44E-95B09ADC8160}" srcId="{B62CD9AE-7DC4-447C-AE21-38770A7E0E03}" destId="{DBF8F4D8-BEA3-46A2-B0C1-0557BBF5AA48}" srcOrd="2" destOrd="0" parTransId="{8231C74A-BB00-460E-97BE-5863281C240B}" sibTransId="{4FEED3B8-75DE-4B16-B12F-7BAEAAF90412}"/>
    <dgm:cxn modelId="{E50942D3-4B62-4F1B-8472-4FB19575CD22}" type="presOf" srcId="{F1F349DB-6713-40B4-AFBF-49B0692959B9}" destId="{A4AA6CD3-44E1-4EA7-A575-8F43DFEE4FCB}" srcOrd="0" destOrd="0" presId="urn:microsoft.com/office/officeart/2005/8/layout/hierarchy1"/>
    <dgm:cxn modelId="{1ABAFCE3-DF1D-475A-8D65-D45212C26F62}" srcId="{B62CD9AE-7DC4-447C-AE21-38770A7E0E03}" destId="{68BE166C-0BF9-49FE-BB47-EB257CA6D00C}" srcOrd="1" destOrd="0" parTransId="{E80275AB-1DDA-48B9-93DD-3FC3EE5E10D3}" sibTransId="{6714055A-A927-42F1-A508-5AC0D4D2A70F}"/>
    <dgm:cxn modelId="{8A7E6549-D18F-4181-A690-D534BFF9028F}" type="presParOf" srcId="{E2100E8E-387C-4DE3-866F-EEBBE6CF64FD}" destId="{59318C0C-8E43-4401-B864-D0B5D0EEA16D}" srcOrd="0" destOrd="0" presId="urn:microsoft.com/office/officeart/2005/8/layout/hierarchy1"/>
    <dgm:cxn modelId="{24C15962-DED7-4493-B12A-6B17C639E81E}" type="presParOf" srcId="{59318C0C-8E43-4401-B864-D0B5D0EEA16D}" destId="{931E0A6D-FD62-45B9-9D97-8A7FFB9B62FF}" srcOrd="0" destOrd="0" presId="urn:microsoft.com/office/officeart/2005/8/layout/hierarchy1"/>
    <dgm:cxn modelId="{01A4723C-E6FE-460B-BC71-F302429BDA18}" type="presParOf" srcId="{931E0A6D-FD62-45B9-9D97-8A7FFB9B62FF}" destId="{29B62ED2-D89D-4375-B935-1542A55F6895}" srcOrd="0" destOrd="0" presId="urn:microsoft.com/office/officeart/2005/8/layout/hierarchy1"/>
    <dgm:cxn modelId="{A59D926F-067C-4274-81B7-C4B7DADF3A46}" type="presParOf" srcId="{931E0A6D-FD62-45B9-9D97-8A7FFB9B62FF}" destId="{A4AA6CD3-44E1-4EA7-A575-8F43DFEE4FCB}" srcOrd="1" destOrd="0" presId="urn:microsoft.com/office/officeart/2005/8/layout/hierarchy1"/>
    <dgm:cxn modelId="{8DA737C3-12E2-4147-855E-5C7B490AEB19}" type="presParOf" srcId="{59318C0C-8E43-4401-B864-D0B5D0EEA16D}" destId="{C3BD7F8C-AA10-4622-B10D-D7E9773A4AFD}" srcOrd="1" destOrd="0" presId="urn:microsoft.com/office/officeart/2005/8/layout/hierarchy1"/>
    <dgm:cxn modelId="{2683BB2E-DDEC-4347-BA87-830543C6F2A2}" type="presParOf" srcId="{E2100E8E-387C-4DE3-866F-EEBBE6CF64FD}" destId="{62145E35-16A6-471C-BC08-31D3C93D4982}" srcOrd="1" destOrd="0" presId="urn:microsoft.com/office/officeart/2005/8/layout/hierarchy1"/>
    <dgm:cxn modelId="{D242E782-ACFD-49FD-B3D8-73F2141D1C33}" type="presParOf" srcId="{62145E35-16A6-471C-BC08-31D3C93D4982}" destId="{27211A10-FE87-4E7C-9E9B-1156DD1E15E6}" srcOrd="0" destOrd="0" presId="urn:microsoft.com/office/officeart/2005/8/layout/hierarchy1"/>
    <dgm:cxn modelId="{58AEB68E-24F3-4D9D-ABBB-F55189E0E3A7}" type="presParOf" srcId="{27211A10-FE87-4E7C-9E9B-1156DD1E15E6}" destId="{F76B988C-FC0C-4947-8162-B51702FE4CBB}" srcOrd="0" destOrd="0" presId="urn:microsoft.com/office/officeart/2005/8/layout/hierarchy1"/>
    <dgm:cxn modelId="{8F0196CC-C210-4267-ABD5-7083E41B4657}" type="presParOf" srcId="{27211A10-FE87-4E7C-9E9B-1156DD1E15E6}" destId="{75154E24-8D5F-474D-AB98-FF8CA6B93E1A}" srcOrd="1" destOrd="0" presId="urn:microsoft.com/office/officeart/2005/8/layout/hierarchy1"/>
    <dgm:cxn modelId="{C235291B-95AF-4E87-877F-59E0EEDA826A}" type="presParOf" srcId="{62145E35-16A6-471C-BC08-31D3C93D4982}" destId="{C9228C08-576C-4D60-A89F-5E509E8AF013}" srcOrd="1" destOrd="0" presId="urn:microsoft.com/office/officeart/2005/8/layout/hierarchy1"/>
    <dgm:cxn modelId="{6027F765-8BF8-4891-9AEE-E7D83AA09DE4}" type="presParOf" srcId="{E2100E8E-387C-4DE3-866F-EEBBE6CF64FD}" destId="{7DF33399-B033-4D2C-9B49-F186745D3B56}" srcOrd="2" destOrd="0" presId="urn:microsoft.com/office/officeart/2005/8/layout/hierarchy1"/>
    <dgm:cxn modelId="{8540E216-F3FE-4684-8CBF-15CF372C0EFF}" type="presParOf" srcId="{7DF33399-B033-4D2C-9B49-F186745D3B56}" destId="{BD1290F3-8EFE-4C31-A728-9173ED1DAD5C}" srcOrd="0" destOrd="0" presId="urn:microsoft.com/office/officeart/2005/8/layout/hierarchy1"/>
    <dgm:cxn modelId="{28B707BA-FE66-415C-8D3E-7770075407BA}" type="presParOf" srcId="{BD1290F3-8EFE-4C31-A728-9173ED1DAD5C}" destId="{6C85DCB0-7D82-4A92-A56E-C0DAEF798BDD}" srcOrd="0" destOrd="0" presId="urn:microsoft.com/office/officeart/2005/8/layout/hierarchy1"/>
    <dgm:cxn modelId="{772D44EC-02BC-4FAD-AB5E-2F8B81C47820}" type="presParOf" srcId="{BD1290F3-8EFE-4C31-A728-9173ED1DAD5C}" destId="{E98310FC-A319-4FB8-BC65-58A8F2D161FC}" srcOrd="1" destOrd="0" presId="urn:microsoft.com/office/officeart/2005/8/layout/hierarchy1"/>
    <dgm:cxn modelId="{89583E79-8504-4E04-BC7D-5BDA1F317462}" type="presParOf" srcId="{7DF33399-B033-4D2C-9B49-F186745D3B56}" destId="{292E47A2-7F13-4F18-8C62-EB8FA4C3091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18E39CA-0FD2-4778-8373-FE899695D6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D5730B5-FCCC-49B7-B142-0219DE46FFD6}">
      <dgm:prSet/>
      <dgm:spPr/>
      <dgm:t>
        <a:bodyPr/>
        <a:lstStyle/>
        <a:p>
          <a:pPr>
            <a:defRPr cap="all"/>
          </a:pPr>
          <a:r>
            <a:rPr lang="en-US"/>
            <a:t>• Connect real railway API for live train data</a:t>
          </a:r>
        </a:p>
      </dgm:t>
    </dgm:pt>
    <dgm:pt modelId="{2B41D93F-1F40-493E-B740-79BBCDCEC598}" type="parTrans" cxnId="{65C984FC-1CE3-4C57-868C-16B7B2310006}">
      <dgm:prSet/>
      <dgm:spPr/>
      <dgm:t>
        <a:bodyPr/>
        <a:lstStyle/>
        <a:p>
          <a:endParaRPr lang="en-US"/>
        </a:p>
      </dgm:t>
    </dgm:pt>
    <dgm:pt modelId="{123328A2-BD8D-475F-B31A-C957339C6587}" type="sibTrans" cxnId="{65C984FC-1CE3-4C57-868C-16B7B2310006}">
      <dgm:prSet/>
      <dgm:spPr/>
      <dgm:t>
        <a:bodyPr/>
        <a:lstStyle/>
        <a:p>
          <a:endParaRPr lang="en-US"/>
        </a:p>
      </dgm:t>
    </dgm:pt>
    <dgm:pt modelId="{13F95DA6-43C8-40FA-B19F-1073E47D2405}">
      <dgm:prSet/>
      <dgm:spPr/>
      <dgm:t>
        <a:bodyPr/>
        <a:lstStyle/>
        <a:p>
          <a:pPr>
            <a:defRPr cap="all"/>
          </a:pPr>
          <a:r>
            <a:rPr lang="en-US"/>
            <a:t>• Add user authentication</a:t>
          </a:r>
        </a:p>
      </dgm:t>
    </dgm:pt>
    <dgm:pt modelId="{0C8ACB6F-26E5-407C-86E1-38E0BE50AB5B}" type="parTrans" cxnId="{B1BA8912-2A96-4AE6-9A82-2583974B1583}">
      <dgm:prSet/>
      <dgm:spPr/>
      <dgm:t>
        <a:bodyPr/>
        <a:lstStyle/>
        <a:p>
          <a:endParaRPr lang="en-US"/>
        </a:p>
      </dgm:t>
    </dgm:pt>
    <dgm:pt modelId="{4DA16ACC-D35C-4FD8-8740-76AED6C166BC}" type="sibTrans" cxnId="{B1BA8912-2A96-4AE6-9A82-2583974B1583}">
      <dgm:prSet/>
      <dgm:spPr/>
      <dgm:t>
        <a:bodyPr/>
        <a:lstStyle/>
        <a:p>
          <a:endParaRPr lang="en-US"/>
        </a:p>
      </dgm:t>
    </dgm:pt>
    <dgm:pt modelId="{086E53A5-A0D8-4B61-AC18-E4A6EF73069A}">
      <dgm:prSet/>
      <dgm:spPr/>
      <dgm:t>
        <a:bodyPr/>
        <a:lstStyle/>
        <a:p>
          <a:pPr>
            <a:defRPr cap="all"/>
          </a:pPr>
          <a:r>
            <a:rPr lang="en-US"/>
            <a:t>• Mobile responsive design</a:t>
          </a:r>
        </a:p>
      </dgm:t>
    </dgm:pt>
    <dgm:pt modelId="{9495A334-1CDE-4C15-9967-B2FFA9AFBE0D}" type="parTrans" cxnId="{0B3CA1B2-42BC-4DC0-B744-D059744AD981}">
      <dgm:prSet/>
      <dgm:spPr/>
      <dgm:t>
        <a:bodyPr/>
        <a:lstStyle/>
        <a:p>
          <a:endParaRPr lang="en-US"/>
        </a:p>
      </dgm:t>
    </dgm:pt>
    <dgm:pt modelId="{514F3505-E32D-4D83-9798-75A44EBBA240}" type="sibTrans" cxnId="{0B3CA1B2-42BC-4DC0-B744-D059744AD981}">
      <dgm:prSet/>
      <dgm:spPr/>
      <dgm:t>
        <a:bodyPr/>
        <a:lstStyle/>
        <a:p>
          <a:endParaRPr lang="en-US"/>
        </a:p>
      </dgm:t>
    </dgm:pt>
    <dgm:pt modelId="{191F78C3-ECF5-4811-90C9-727C4CC72238}">
      <dgm:prSet/>
      <dgm:spPr/>
      <dgm:t>
        <a:bodyPr/>
        <a:lstStyle/>
        <a:p>
          <a:pPr>
            <a:defRPr cap="all"/>
          </a:pPr>
          <a:r>
            <a:rPr lang="en-US"/>
            <a:t>• Advanced AI chatbot with more features</a:t>
          </a:r>
        </a:p>
      </dgm:t>
    </dgm:pt>
    <dgm:pt modelId="{531CE360-4990-4D90-8348-E4191562AB19}" type="parTrans" cxnId="{10268100-2C55-4760-9FFB-EA083F21D5BA}">
      <dgm:prSet/>
      <dgm:spPr/>
      <dgm:t>
        <a:bodyPr/>
        <a:lstStyle/>
        <a:p>
          <a:endParaRPr lang="en-US"/>
        </a:p>
      </dgm:t>
    </dgm:pt>
    <dgm:pt modelId="{AB4724FB-AD89-4CF8-91AE-2D7E37248069}" type="sibTrans" cxnId="{10268100-2C55-4760-9FFB-EA083F21D5BA}">
      <dgm:prSet/>
      <dgm:spPr/>
      <dgm:t>
        <a:bodyPr/>
        <a:lstStyle/>
        <a:p>
          <a:endParaRPr lang="en-US"/>
        </a:p>
      </dgm:t>
    </dgm:pt>
    <dgm:pt modelId="{9B308627-1E73-4DE3-8B15-85D5E7731908}" type="pres">
      <dgm:prSet presAssocID="{C18E39CA-0FD2-4778-8373-FE899695D64E}" presName="root" presStyleCnt="0">
        <dgm:presLayoutVars>
          <dgm:dir/>
          <dgm:resizeHandles val="exact"/>
        </dgm:presLayoutVars>
      </dgm:prSet>
      <dgm:spPr/>
    </dgm:pt>
    <dgm:pt modelId="{1ED2DC55-A39F-4A8C-B360-4B3BBA1643F4}" type="pres">
      <dgm:prSet presAssocID="{DD5730B5-FCCC-49B7-B142-0219DE46FFD6}" presName="compNode" presStyleCnt="0"/>
      <dgm:spPr/>
    </dgm:pt>
    <dgm:pt modelId="{D0C14625-D2CE-4E3D-B898-E8522BB2F76F}" type="pres">
      <dgm:prSet presAssocID="{DD5730B5-FCCC-49B7-B142-0219DE46FFD6}" presName="iconBgRect" presStyleLbl="bgShp" presStyleIdx="0" presStyleCnt="4"/>
      <dgm:spPr/>
    </dgm:pt>
    <dgm:pt modelId="{DA0A3CBD-A933-49B2-ACF8-04ED3E7613BD}" type="pres">
      <dgm:prSet presAssocID="{DD5730B5-FCCC-49B7-B142-0219DE46FF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BD4836CD-F758-48DF-8C4A-04F56BBD3526}" type="pres">
      <dgm:prSet presAssocID="{DD5730B5-FCCC-49B7-B142-0219DE46FFD6}" presName="spaceRect" presStyleCnt="0"/>
      <dgm:spPr/>
    </dgm:pt>
    <dgm:pt modelId="{214209E9-E780-4422-ACDB-2A79ECD93508}" type="pres">
      <dgm:prSet presAssocID="{DD5730B5-FCCC-49B7-B142-0219DE46FFD6}" presName="textRect" presStyleLbl="revTx" presStyleIdx="0" presStyleCnt="4">
        <dgm:presLayoutVars>
          <dgm:chMax val="1"/>
          <dgm:chPref val="1"/>
        </dgm:presLayoutVars>
      </dgm:prSet>
      <dgm:spPr/>
    </dgm:pt>
    <dgm:pt modelId="{D8ADB100-E810-42BF-AD9E-CE10AD39BC55}" type="pres">
      <dgm:prSet presAssocID="{123328A2-BD8D-475F-B31A-C957339C6587}" presName="sibTrans" presStyleCnt="0"/>
      <dgm:spPr/>
    </dgm:pt>
    <dgm:pt modelId="{430734AA-0435-4E50-94F8-511B99132DE4}" type="pres">
      <dgm:prSet presAssocID="{13F95DA6-43C8-40FA-B19F-1073E47D2405}" presName="compNode" presStyleCnt="0"/>
      <dgm:spPr/>
    </dgm:pt>
    <dgm:pt modelId="{E152255E-961A-4460-8B93-0A3F6334B42D}" type="pres">
      <dgm:prSet presAssocID="{13F95DA6-43C8-40FA-B19F-1073E47D2405}" presName="iconBgRect" presStyleLbl="bgShp" presStyleIdx="1" presStyleCnt="4"/>
      <dgm:spPr/>
    </dgm:pt>
    <dgm:pt modelId="{F222895B-7C1D-4390-97C7-63344038E711}" type="pres">
      <dgm:prSet presAssocID="{13F95DA6-43C8-40FA-B19F-1073E47D24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8772ECD-9090-4F51-9B3E-CE6EB577E690}" type="pres">
      <dgm:prSet presAssocID="{13F95DA6-43C8-40FA-B19F-1073E47D2405}" presName="spaceRect" presStyleCnt="0"/>
      <dgm:spPr/>
    </dgm:pt>
    <dgm:pt modelId="{51723F69-FCF3-494F-9950-D85CD143C524}" type="pres">
      <dgm:prSet presAssocID="{13F95DA6-43C8-40FA-B19F-1073E47D2405}" presName="textRect" presStyleLbl="revTx" presStyleIdx="1" presStyleCnt="4">
        <dgm:presLayoutVars>
          <dgm:chMax val="1"/>
          <dgm:chPref val="1"/>
        </dgm:presLayoutVars>
      </dgm:prSet>
      <dgm:spPr/>
    </dgm:pt>
    <dgm:pt modelId="{569100D4-4C8A-4F0D-B9EE-F0715D30C5C8}" type="pres">
      <dgm:prSet presAssocID="{4DA16ACC-D35C-4FD8-8740-76AED6C166BC}" presName="sibTrans" presStyleCnt="0"/>
      <dgm:spPr/>
    </dgm:pt>
    <dgm:pt modelId="{37933FCE-32D3-4D45-BA91-DEEEB8A99B0F}" type="pres">
      <dgm:prSet presAssocID="{086E53A5-A0D8-4B61-AC18-E4A6EF73069A}" presName="compNode" presStyleCnt="0"/>
      <dgm:spPr/>
    </dgm:pt>
    <dgm:pt modelId="{9A1E6505-2412-4E1F-9EA5-541D29EDBE7A}" type="pres">
      <dgm:prSet presAssocID="{086E53A5-A0D8-4B61-AC18-E4A6EF73069A}" presName="iconBgRect" presStyleLbl="bgShp" presStyleIdx="2" presStyleCnt="4"/>
      <dgm:spPr/>
    </dgm:pt>
    <dgm:pt modelId="{2CA4C2AD-7A60-4DA1-B132-88839C4C91F5}" type="pres">
      <dgm:prSet presAssocID="{086E53A5-A0D8-4B61-AC18-E4A6EF73069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A0E9B88-9D5C-48DE-9BA6-1046F1B7BDB9}" type="pres">
      <dgm:prSet presAssocID="{086E53A5-A0D8-4B61-AC18-E4A6EF73069A}" presName="spaceRect" presStyleCnt="0"/>
      <dgm:spPr/>
    </dgm:pt>
    <dgm:pt modelId="{4EB0327F-DC96-439B-939F-0D73360D8221}" type="pres">
      <dgm:prSet presAssocID="{086E53A5-A0D8-4B61-AC18-E4A6EF73069A}" presName="textRect" presStyleLbl="revTx" presStyleIdx="2" presStyleCnt="4">
        <dgm:presLayoutVars>
          <dgm:chMax val="1"/>
          <dgm:chPref val="1"/>
        </dgm:presLayoutVars>
      </dgm:prSet>
      <dgm:spPr/>
    </dgm:pt>
    <dgm:pt modelId="{8EB82B2D-EA8D-444F-84DE-5A7E49481E90}" type="pres">
      <dgm:prSet presAssocID="{514F3505-E32D-4D83-9798-75A44EBBA240}" presName="sibTrans" presStyleCnt="0"/>
      <dgm:spPr/>
    </dgm:pt>
    <dgm:pt modelId="{5A5FA7B7-C78D-4E3D-BE43-29550237A206}" type="pres">
      <dgm:prSet presAssocID="{191F78C3-ECF5-4811-90C9-727C4CC72238}" presName="compNode" presStyleCnt="0"/>
      <dgm:spPr/>
    </dgm:pt>
    <dgm:pt modelId="{D6BE313D-B44C-45E2-B365-0E5652A09CA3}" type="pres">
      <dgm:prSet presAssocID="{191F78C3-ECF5-4811-90C9-727C4CC72238}" presName="iconBgRect" presStyleLbl="bgShp" presStyleIdx="3" presStyleCnt="4"/>
      <dgm:spPr/>
    </dgm:pt>
    <dgm:pt modelId="{B4D1CF38-A682-4284-9F1E-58D1FE68B273}" type="pres">
      <dgm:prSet presAssocID="{191F78C3-ECF5-4811-90C9-727C4CC722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D34DFF8-8B83-459A-BEA4-0FC3DB1793F8}" type="pres">
      <dgm:prSet presAssocID="{191F78C3-ECF5-4811-90C9-727C4CC72238}" presName="spaceRect" presStyleCnt="0"/>
      <dgm:spPr/>
    </dgm:pt>
    <dgm:pt modelId="{B949DABB-A3DC-416F-971A-CB80FA4FF1C7}" type="pres">
      <dgm:prSet presAssocID="{191F78C3-ECF5-4811-90C9-727C4CC722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268100-2C55-4760-9FFB-EA083F21D5BA}" srcId="{C18E39CA-0FD2-4778-8373-FE899695D64E}" destId="{191F78C3-ECF5-4811-90C9-727C4CC72238}" srcOrd="3" destOrd="0" parTransId="{531CE360-4990-4D90-8348-E4191562AB19}" sibTransId="{AB4724FB-AD89-4CF8-91AE-2D7E37248069}"/>
    <dgm:cxn modelId="{B1BA8912-2A96-4AE6-9A82-2583974B1583}" srcId="{C18E39CA-0FD2-4778-8373-FE899695D64E}" destId="{13F95DA6-43C8-40FA-B19F-1073E47D2405}" srcOrd="1" destOrd="0" parTransId="{0C8ACB6F-26E5-407C-86E1-38E0BE50AB5B}" sibTransId="{4DA16ACC-D35C-4FD8-8740-76AED6C166BC}"/>
    <dgm:cxn modelId="{0B3CA1B2-42BC-4DC0-B744-D059744AD981}" srcId="{C18E39CA-0FD2-4778-8373-FE899695D64E}" destId="{086E53A5-A0D8-4B61-AC18-E4A6EF73069A}" srcOrd="2" destOrd="0" parTransId="{9495A334-1CDE-4C15-9967-B2FFA9AFBE0D}" sibTransId="{514F3505-E32D-4D83-9798-75A44EBBA240}"/>
    <dgm:cxn modelId="{7C3D7CB5-59AF-4EDC-A180-9DD546953C14}" type="presOf" srcId="{DD5730B5-FCCC-49B7-B142-0219DE46FFD6}" destId="{214209E9-E780-4422-ACDB-2A79ECD93508}" srcOrd="0" destOrd="0" presId="urn:microsoft.com/office/officeart/2018/5/layout/IconCircleLabelList"/>
    <dgm:cxn modelId="{09D23AC2-9B6E-4244-8433-9B40906F0538}" type="presOf" srcId="{C18E39CA-0FD2-4778-8373-FE899695D64E}" destId="{9B308627-1E73-4DE3-8B15-85D5E7731908}" srcOrd="0" destOrd="0" presId="urn:microsoft.com/office/officeart/2018/5/layout/IconCircleLabelList"/>
    <dgm:cxn modelId="{B9AC7FD0-6D7F-4D75-8F97-D9B48E180824}" type="presOf" srcId="{086E53A5-A0D8-4B61-AC18-E4A6EF73069A}" destId="{4EB0327F-DC96-439B-939F-0D73360D8221}" srcOrd="0" destOrd="0" presId="urn:microsoft.com/office/officeart/2018/5/layout/IconCircleLabelList"/>
    <dgm:cxn modelId="{DB7680D8-457D-4847-8809-605986EF313A}" type="presOf" srcId="{191F78C3-ECF5-4811-90C9-727C4CC72238}" destId="{B949DABB-A3DC-416F-971A-CB80FA4FF1C7}" srcOrd="0" destOrd="0" presId="urn:microsoft.com/office/officeart/2018/5/layout/IconCircleLabelList"/>
    <dgm:cxn modelId="{C5371EE8-7C21-4216-AA45-C1D122F84401}" type="presOf" srcId="{13F95DA6-43C8-40FA-B19F-1073E47D2405}" destId="{51723F69-FCF3-494F-9950-D85CD143C524}" srcOrd="0" destOrd="0" presId="urn:microsoft.com/office/officeart/2018/5/layout/IconCircleLabelList"/>
    <dgm:cxn modelId="{65C984FC-1CE3-4C57-868C-16B7B2310006}" srcId="{C18E39CA-0FD2-4778-8373-FE899695D64E}" destId="{DD5730B5-FCCC-49B7-B142-0219DE46FFD6}" srcOrd="0" destOrd="0" parTransId="{2B41D93F-1F40-493E-B740-79BBCDCEC598}" sibTransId="{123328A2-BD8D-475F-B31A-C957339C6587}"/>
    <dgm:cxn modelId="{C2A9F909-777A-41C6-BCEF-EF2017063D6C}" type="presParOf" srcId="{9B308627-1E73-4DE3-8B15-85D5E7731908}" destId="{1ED2DC55-A39F-4A8C-B360-4B3BBA1643F4}" srcOrd="0" destOrd="0" presId="urn:microsoft.com/office/officeart/2018/5/layout/IconCircleLabelList"/>
    <dgm:cxn modelId="{1C56BD8A-AEAB-4F1A-AF50-8F942A299248}" type="presParOf" srcId="{1ED2DC55-A39F-4A8C-B360-4B3BBA1643F4}" destId="{D0C14625-D2CE-4E3D-B898-E8522BB2F76F}" srcOrd="0" destOrd="0" presId="urn:microsoft.com/office/officeart/2018/5/layout/IconCircleLabelList"/>
    <dgm:cxn modelId="{7A6EC526-7BE7-4B8F-BE5C-3057FF5895FF}" type="presParOf" srcId="{1ED2DC55-A39F-4A8C-B360-4B3BBA1643F4}" destId="{DA0A3CBD-A933-49B2-ACF8-04ED3E7613BD}" srcOrd="1" destOrd="0" presId="urn:microsoft.com/office/officeart/2018/5/layout/IconCircleLabelList"/>
    <dgm:cxn modelId="{031AB336-E054-4EA0-A73E-37FFEC06718C}" type="presParOf" srcId="{1ED2DC55-A39F-4A8C-B360-4B3BBA1643F4}" destId="{BD4836CD-F758-48DF-8C4A-04F56BBD3526}" srcOrd="2" destOrd="0" presId="urn:microsoft.com/office/officeart/2018/5/layout/IconCircleLabelList"/>
    <dgm:cxn modelId="{3DF57EC9-F769-4A22-803F-31E7F3EC4DB0}" type="presParOf" srcId="{1ED2DC55-A39F-4A8C-B360-4B3BBA1643F4}" destId="{214209E9-E780-4422-ACDB-2A79ECD93508}" srcOrd="3" destOrd="0" presId="urn:microsoft.com/office/officeart/2018/5/layout/IconCircleLabelList"/>
    <dgm:cxn modelId="{0C3696E1-ECA1-4F53-AA66-06B54730703F}" type="presParOf" srcId="{9B308627-1E73-4DE3-8B15-85D5E7731908}" destId="{D8ADB100-E810-42BF-AD9E-CE10AD39BC55}" srcOrd="1" destOrd="0" presId="urn:microsoft.com/office/officeart/2018/5/layout/IconCircleLabelList"/>
    <dgm:cxn modelId="{E9C92196-1D03-4BDE-923F-4D60F9C34E95}" type="presParOf" srcId="{9B308627-1E73-4DE3-8B15-85D5E7731908}" destId="{430734AA-0435-4E50-94F8-511B99132DE4}" srcOrd="2" destOrd="0" presId="urn:microsoft.com/office/officeart/2018/5/layout/IconCircleLabelList"/>
    <dgm:cxn modelId="{D044EF59-8473-4AE6-B3CF-0CC369DDAB93}" type="presParOf" srcId="{430734AA-0435-4E50-94F8-511B99132DE4}" destId="{E152255E-961A-4460-8B93-0A3F6334B42D}" srcOrd="0" destOrd="0" presId="urn:microsoft.com/office/officeart/2018/5/layout/IconCircleLabelList"/>
    <dgm:cxn modelId="{1E12128F-CDA9-45AF-8749-118CB4473A70}" type="presParOf" srcId="{430734AA-0435-4E50-94F8-511B99132DE4}" destId="{F222895B-7C1D-4390-97C7-63344038E711}" srcOrd="1" destOrd="0" presId="urn:microsoft.com/office/officeart/2018/5/layout/IconCircleLabelList"/>
    <dgm:cxn modelId="{007A08BC-1AF0-4B0D-947D-7ADFBE5D0953}" type="presParOf" srcId="{430734AA-0435-4E50-94F8-511B99132DE4}" destId="{98772ECD-9090-4F51-9B3E-CE6EB577E690}" srcOrd="2" destOrd="0" presId="urn:microsoft.com/office/officeart/2018/5/layout/IconCircleLabelList"/>
    <dgm:cxn modelId="{2589A5F8-7806-4618-8534-8ADE93D57E70}" type="presParOf" srcId="{430734AA-0435-4E50-94F8-511B99132DE4}" destId="{51723F69-FCF3-494F-9950-D85CD143C524}" srcOrd="3" destOrd="0" presId="urn:microsoft.com/office/officeart/2018/5/layout/IconCircleLabelList"/>
    <dgm:cxn modelId="{FB0D9D14-E936-4B36-9BD4-828A4A982608}" type="presParOf" srcId="{9B308627-1E73-4DE3-8B15-85D5E7731908}" destId="{569100D4-4C8A-4F0D-B9EE-F0715D30C5C8}" srcOrd="3" destOrd="0" presId="urn:microsoft.com/office/officeart/2018/5/layout/IconCircleLabelList"/>
    <dgm:cxn modelId="{A4EB31DE-B767-45E3-8AD3-4B0A77B4A741}" type="presParOf" srcId="{9B308627-1E73-4DE3-8B15-85D5E7731908}" destId="{37933FCE-32D3-4D45-BA91-DEEEB8A99B0F}" srcOrd="4" destOrd="0" presId="urn:microsoft.com/office/officeart/2018/5/layout/IconCircleLabelList"/>
    <dgm:cxn modelId="{F5D5AEB4-C7A9-451B-BD24-0089DD9123BE}" type="presParOf" srcId="{37933FCE-32D3-4D45-BA91-DEEEB8A99B0F}" destId="{9A1E6505-2412-4E1F-9EA5-541D29EDBE7A}" srcOrd="0" destOrd="0" presId="urn:microsoft.com/office/officeart/2018/5/layout/IconCircleLabelList"/>
    <dgm:cxn modelId="{BF23498E-3389-40AF-8913-341C832F928B}" type="presParOf" srcId="{37933FCE-32D3-4D45-BA91-DEEEB8A99B0F}" destId="{2CA4C2AD-7A60-4DA1-B132-88839C4C91F5}" srcOrd="1" destOrd="0" presId="urn:microsoft.com/office/officeart/2018/5/layout/IconCircleLabelList"/>
    <dgm:cxn modelId="{6B23103C-9CDE-4445-8D75-22CB17CE4C4E}" type="presParOf" srcId="{37933FCE-32D3-4D45-BA91-DEEEB8A99B0F}" destId="{5A0E9B88-9D5C-48DE-9BA6-1046F1B7BDB9}" srcOrd="2" destOrd="0" presId="urn:microsoft.com/office/officeart/2018/5/layout/IconCircleLabelList"/>
    <dgm:cxn modelId="{72D76CB2-2377-4DF6-8130-9637F9AE586C}" type="presParOf" srcId="{37933FCE-32D3-4D45-BA91-DEEEB8A99B0F}" destId="{4EB0327F-DC96-439B-939F-0D73360D8221}" srcOrd="3" destOrd="0" presId="urn:microsoft.com/office/officeart/2018/5/layout/IconCircleLabelList"/>
    <dgm:cxn modelId="{EECCC20B-6800-4C77-B059-C1689CDEC55A}" type="presParOf" srcId="{9B308627-1E73-4DE3-8B15-85D5E7731908}" destId="{8EB82B2D-EA8D-444F-84DE-5A7E49481E90}" srcOrd="5" destOrd="0" presId="urn:microsoft.com/office/officeart/2018/5/layout/IconCircleLabelList"/>
    <dgm:cxn modelId="{5F582501-788C-4CB2-A801-E715CCC4EEA4}" type="presParOf" srcId="{9B308627-1E73-4DE3-8B15-85D5E7731908}" destId="{5A5FA7B7-C78D-4E3D-BE43-29550237A206}" srcOrd="6" destOrd="0" presId="urn:microsoft.com/office/officeart/2018/5/layout/IconCircleLabelList"/>
    <dgm:cxn modelId="{894BFC70-8CA2-4C0C-A9F9-798682A1EBD9}" type="presParOf" srcId="{5A5FA7B7-C78D-4E3D-BE43-29550237A206}" destId="{D6BE313D-B44C-45E2-B365-0E5652A09CA3}" srcOrd="0" destOrd="0" presId="urn:microsoft.com/office/officeart/2018/5/layout/IconCircleLabelList"/>
    <dgm:cxn modelId="{B710B906-6493-4D88-BE0E-DA9E376822A5}" type="presParOf" srcId="{5A5FA7B7-C78D-4E3D-BE43-29550237A206}" destId="{B4D1CF38-A682-4284-9F1E-58D1FE68B273}" srcOrd="1" destOrd="0" presId="urn:microsoft.com/office/officeart/2018/5/layout/IconCircleLabelList"/>
    <dgm:cxn modelId="{B7195F61-979E-414A-8BD6-1E0FDF1EB2B9}" type="presParOf" srcId="{5A5FA7B7-C78D-4E3D-BE43-29550237A206}" destId="{9D34DFF8-8B83-459A-BEA4-0FC3DB1793F8}" srcOrd="2" destOrd="0" presId="urn:microsoft.com/office/officeart/2018/5/layout/IconCircleLabelList"/>
    <dgm:cxn modelId="{BC0EE839-FC22-4DF2-9BFB-B0E7311A184F}" type="presParOf" srcId="{5A5FA7B7-C78D-4E3D-BE43-29550237A206}" destId="{B949DABB-A3DC-416F-971A-CB80FA4FF1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4F0D7-6ADB-45E2-8FB0-4BB36D4F0BED}">
      <dsp:nvSpPr>
        <dsp:cNvPr id="0" name=""/>
        <dsp:cNvSpPr/>
      </dsp:nvSpPr>
      <dsp:spPr>
        <a:xfrm>
          <a:off x="0" y="583571"/>
          <a:ext cx="4083287" cy="10773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A73B2-73CE-4659-869C-DAFD5018E0CB}">
      <dsp:nvSpPr>
        <dsp:cNvPr id="0" name=""/>
        <dsp:cNvSpPr/>
      </dsp:nvSpPr>
      <dsp:spPr>
        <a:xfrm>
          <a:off x="325902" y="825977"/>
          <a:ext cx="592549" cy="592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BC395-CDB7-4B71-9671-B9803B8EA4F4}">
      <dsp:nvSpPr>
        <dsp:cNvPr id="0" name=""/>
        <dsp:cNvSpPr/>
      </dsp:nvSpPr>
      <dsp:spPr>
        <a:xfrm>
          <a:off x="1244353" y="583571"/>
          <a:ext cx="2838933" cy="1077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1" tIns="114021" rIns="114021" bIns="1140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Developed </a:t>
          </a:r>
          <a:r>
            <a:rPr lang="en-IN" sz="2100" b="1" kern="1200" dirty="0" err="1"/>
            <a:t>by:</a:t>
          </a:r>
          <a:r>
            <a:rPr lang="en-IN" sz="2100" kern="1200" dirty="0" err="1"/>
            <a:t>Lucky</a:t>
          </a:r>
          <a:r>
            <a:rPr lang="en-IN" sz="2100" kern="1200" dirty="0"/>
            <a:t> </a:t>
          </a:r>
          <a:r>
            <a:rPr lang="en-IN" sz="2100" kern="1200" dirty="0" err="1"/>
            <a:t>Kesharwani</a:t>
          </a:r>
          <a:endParaRPr lang="en-US" sz="2100" kern="1200" dirty="0"/>
        </a:p>
      </dsp:txBody>
      <dsp:txXfrm>
        <a:off x="1244353" y="583571"/>
        <a:ext cx="2838933" cy="1077362"/>
      </dsp:txXfrm>
    </dsp:sp>
    <dsp:sp modelId="{640E70DE-5CEC-4C78-A664-4697F0673A74}">
      <dsp:nvSpPr>
        <dsp:cNvPr id="0" name=""/>
        <dsp:cNvSpPr/>
      </dsp:nvSpPr>
      <dsp:spPr>
        <a:xfrm>
          <a:off x="0" y="1930273"/>
          <a:ext cx="4083287" cy="10773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BAC68-766F-4D86-83DC-BC3CBFBA702A}">
      <dsp:nvSpPr>
        <dsp:cNvPr id="0" name=""/>
        <dsp:cNvSpPr/>
      </dsp:nvSpPr>
      <dsp:spPr>
        <a:xfrm>
          <a:off x="325902" y="2172680"/>
          <a:ext cx="592549" cy="592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1812E-3F93-4CD6-942A-36ACE599F073}">
      <dsp:nvSpPr>
        <dsp:cNvPr id="0" name=""/>
        <dsp:cNvSpPr/>
      </dsp:nvSpPr>
      <dsp:spPr>
        <a:xfrm>
          <a:off x="1244353" y="1930273"/>
          <a:ext cx="2838933" cy="1077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1" tIns="114021" rIns="114021" bIns="1140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Technology: </a:t>
          </a:r>
          <a:r>
            <a:rPr lang="en-IN" sz="2100" kern="1200" dirty="0"/>
            <a:t>HTML, CSS, IBM </a:t>
          </a:r>
          <a:r>
            <a:rPr lang="en-IN" sz="2100" kern="1200" dirty="0" err="1"/>
            <a:t>Watsonx</a:t>
          </a:r>
          <a:r>
            <a:rPr lang="en-IN" sz="2100" kern="1200" dirty="0"/>
            <a:t> Assistant</a:t>
          </a:r>
          <a:endParaRPr lang="en-US" sz="2100" kern="1200" dirty="0"/>
        </a:p>
      </dsp:txBody>
      <dsp:txXfrm>
        <a:off x="1244353" y="1930273"/>
        <a:ext cx="2838933" cy="1077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75D06-EFC4-4D43-A618-DCA0DEFC7AA1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BC56E-6E20-4F0E-B84E-5D77192C07C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HTML – Website structure</a:t>
          </a:r>
        </a:p>
      </dsp:txBody>
      <dsp:txXfrm>
        <a:off x="78583" y="2435142"/>
        <a:ext cx="2399612" cy="720000"/>
      </dsp:txXfrm>
    </dsp:sp>
    <dsp:sp modelId="{080F5329-9E71-4FDF-BCD5-87CA2C0E241D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AFEDE-860B-4E89-9F1F-17AFDBE858EE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CSS – Website styling</a:t>
          </a:r>
        </a:p>
      </dsp:txBody>
      <dsp:txXfrm>
        <a:off x="2898129" y="2435142"/>
        <a:ext cx="2399612" cy="720000"/>
      </dsp:txXfrm>
    </dsp:sp>
    <dsp:sp modelId="{A67EB43F-3A3C-4FC4-B93F-39654C4DD046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8FAF6-C3EA-4558-BCAE-69974297BFB3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IBM Watsonx Assistant – AI chatbot</a:t>
          </a:r>
        </a:p>
      </dsp:txBody>
      <dsp:txXfrm>
        <a:off x="5717674" y="2435142"/>
        <a:ext cx="23996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23B19-C4A2-457E-87C2-C1C79ECDF627}">
      <dsp:nvSpPr>
        <dsp:cNvPr id="0" name=""/>
        <dsp:cNvSpPr/>
      </dsp:nvSpPr>
      <dsp:spPr>
        <a:xfrm>
          <a:off x="530099" y="691938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C2D6A-63A1-4FD3-87A6-DA9C8DF15977}">
      <dsp:nvSpPr>
        <dsp:cNvPr id="0" name=""/>
        <dsp:cNvSpPr/>
      </dsp:nvSpPr>
      <dsp:spPr>
        <a:xfrm>
          <a:off x="829912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5A291-87E8-4FA4-B9E8-CB36208664DC}">
      <dsp:nvSpPr>
        <dsp:cNvPr id="0" name=""/>
        <dsp:cNvSpPr/>
      </dsp:nvSpPr>
      <dsp:spPr>
        <a:xfrm>
          <a:off x="80381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User → Web Browser → Railway Website</a:t>
          </a:r>
          <a:endParaRPr lang="en-US" sz="1700" kern="1200"/>
        </a:p>
      </dsp:txBody>
      <dsp:txXfrm>
        <a:off x="80381" y="2536938"/>
        <a:ext cx="2306250" cy="720000"/>
      </dsp:txXfrm>
    </dsp:sp>
    <dsp:sp modelId="{5618C50D-25D2-4B44-85DD-846B1FCE40DE}">
      <dsp:nvSpPr>
        <dsp:cNvPr id="0" name=""/>
        <dsp:cNvSpPr/>
      </dsp:nvSpPr>
      <dsp:spPr>
        <a:xfrm>
          <a:off x="3239943" y="691938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97430-7D47-4EB6-AF1C-6E24589C1EE3}">
      <dsp:nvSpPr>
        <dsp:cNvPr id="0" name=""/>
        <dsp:cNvSpPr/>
      </dsp:nvSpPr>
      <dsp:spPr>
        <a:xfrm>
          <a:off x="3539756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0DD05-337C-4C4A-9595-4B8531558263}">
      <dsp:nvSpPr>
        <dsp:cNvPr id="0" name=""/>
        <dsp:cNvSpPr/>
      </dsp:nvSpPr>
      <dsp:spPr>
        <a:xfrm>
          <a:off x="2790224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Website → Watsonx Assistant API</a:t>
          </a:r>
          <a:endParaRPr lang="en-US" sz="1700" kern="1200"/>
        </a:p>
      </dsp:txBody>
      <dsp:txXfrm>
        <a:off x="2790224" y="2536938"/>
        <a:ext cx="2306250" cy="720000"/>
      </dsp:txXfrm>
    </dsp:sp>
    <dsp:sp modelId="{8EF946B0-EF5E-49E1-843A-26FED5170E2E}">
      <dsp:nvSpPr>
        <dsp:cNvPr id="0" name=""/>
        <dsp:cNvSpPr/>
      </dsp:nvSpPr>
      <dsp:spPr>
        <a:xfrm>
          <a:off x="5949787" y="691938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CB24C-A5E6-4353-8154-096FFF664A1D}">
      <dsp:nvSpPr>
        <dsp:cNvPr id="0" name=""/>
        <dsp:cNvSpPr/>
      </dsp:nvSpPr>
      <dsp:spPr>
        <a:xfrm>
          <a:off x="6249600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5A600-106F-4F8A-B64F-F6A67646DD9D}">
      <dsp:nvSpPr>
        <dsp:cNvPr id="0" name=""/>
        <dsp:cNvSpPr/>
      </dsp:nvSpPr>
      <dsp:spPr>
        <a:xfrm>
          <a:off x="5500068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Chatbot processes user queries and returns responses.</a:t>
          </a:r>
          <a:endParaRPr lang="en-US" sz="1700" kern="1200"/>
        </a:p>
      </dsp:txBody>
      <dsp:txXfrm>
        <a:off x="5500068" y="2536938"/>
        <a:ext cx="23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62ED2-D89D-4375-B935-1542A55F6895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A6CD3-44E1-4EA7-A575-8F43DFEE4FC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IBM Watsonx Assistant used to build chatbot</a:t>
          </a:r>
        </a:p>
      </dsp:txBody>
      <dsp:txXfrm>
        <a:off x="298991" y="1277365"/>
        <a:ext cx="2219346" cy="1377989"/>
      </dsp:txXfrm>
    </dsp:sp>
    <dsp:sp modelId="{F76B988C-FC0C-4947-8162-B51702FE4CBB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54E24-8D5F-474D-AB98-FF8CA6B93E1A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Intents and entities created for user queries</a:t>
          </a:r>
        </a:p>
      </dsp:txBody>
      <dsp:txXfrm>
        <a:off x="3116322" y="1277365"/>
        <a:ext cx="2219346" cy="1377989"/>
      </dsp:txXfrm>
    </dsp:sp>
    <dsp:sp modelId="{6C85DCB0-7D82-4A92-A56E-C0DAEF798BD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310FC-A319-4FB8-BC65-58A8F2D161FC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Chatbot embedded into website using Web Chat script</a:t>
          </a:r>
        </a:p>
      </dsp:txBody>
      <dsp:txXfrm>
        <a:off x="5933653" y="1277365"/>
        <a:ext cx="2219346" cy="1377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14625-D2CE-4E3D-B898-E8522BB2F76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A3CBD-A933-49B2-ACF8-04ED3E7613B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209E9-E780-4422-ACDB-2A79ECD93508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Connect real railway API for live train data</a:t>
          </a:r>
        </a:p>
      </dsp:txBody>
      <dsp:txXfrm>
        <a:off x="25435" y="2456402"/>
        <a:ext cx="1800000" cy="720000"/>
      </dsp:txXfrm>
    </dsp:sp>
    <dsp:sp modelId="{E152255E-961A-4460-8B93-0A3F6334B42D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2895B-7C1D-4390-97C7-63344038E711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23F69-FCF3-494F-9950-D85CD143C52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Add user authentication</a:t>
          </a:r>
        </a:p>
      </dsp:txBody>
      <dsp:txXfrm>
        <a:off x="2140435" y="2456402"/>
        <a:ext cx="1800000" cy="720000"/>
      </dsp:txXfrm>
    </dsp:sp>
    <dsp:sp modelId="{9A1E6505-2412-4E1F-9EA5-541D29EDBE7A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4C2AD-7A60-4DA1-B132-88839C4C91F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0327F-DC96-439B-939F-0D73360D822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Mobile responsive design</a:t>
          </a:r>
        </a:p>
      </dsp:txBody>
      <dsp:txXfrm>
        <a:off x="4255435" y="2456402"/>
        <a:ext cx="1800000" cy="720000"/>
      </dsp:txXfrm>
    </dsp:sp>
    <dsp:sp modelId="{D6BE313D-B44C-45E2-B365-0E5652A09CA3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1CF38-A682-4284-9F1E-58D1FE68B27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9DABB-A3DC-416F-971A-CB80FA4FF1C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Advanced AI chatbot with more features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 b="1" dirty="0"/>
              <a:t>Railway Chatbot Website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2540F1A-3B04-E426-BF8A-0BD005422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885716"/>
              </p:ext>
            </p:extLst>
          </p:nvPr>
        </p:nvGraphicFramePr>
        <p:xfrm>
          <a:off x="4401417" y="2551176"/>
          <a:ext cx="4083287" cy="359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View of motion blurred underground railway">
            <a:extLst>
              <a:ext uri="{FF2B5EF4-FFF2-40B4-BE49-F238E27FC236}">
                <a16:creationId xmlns:a16="http://schemas.microsoft.com/office/drawing/2014/main" id="{45741D15-E95C-350B-AC25-AE02DDBB6C8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rcRect l="46417" r="1408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View of motion blurred underground railway">
            <a:extLst>
              <a:ext uri="{FF2B5EF4-FFF2-40B4-BE49-F238E27FC236}">
                <a16:creationId xmlns:a16="http://schemas.microsoft.com/office/drawing/2014/main" id="{6A995EC1-9542-CA75-8F98-A2CFE302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17" r="1408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Railway passengers often face difficulty getting quick information about train schedules, booking help, and support.</a:t>
            </a:r>
          </a:p>
          <a:p>
            <a:r>
              <a:rPr lang="en-US" sz="1700"/>
              <a:t>Traditional support systems are slow or unavailable at all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C7ABDA22-2B29-9ADA-2241-FABD04FD2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14" r="1" b="2120"/>
          <a:stretch>
            <a:fillRect/>
          </a:stretch>
        </p:blipFill>
        <p:spPr>
          <a:xfrm>
            <a:off x="20" y="10"/>
            <a:ext cx="9171076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51037"/>
            <a:ext cx="3766336" cy="1509931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685" y="4551037"/>
            <a:ext cx="3694808" cy="150993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tx2"/>
                </a:solidFill>
              </a:rPr>
              <a:t>• Create a simple railway information website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tx2"/>
                </a:solidFill>
              </a:rPr>
              <a:t>• Integrate an AI chatbot for instant assistance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tx2"/>
                </a:solidFill>
              </a:rPr>
              <a:t>• Provide user-friendly interface for passengers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400">
                <a:solidFill>
                  <a:schemeClr val="tx2"/>
                </a:solidFill>
              </a:rPr>
              <a:t>• Deploy the system on cloud using 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C0E93A-736B-2145-C5F0-7607C24C4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6424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System Architecture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7FB33DA-D763-CDAB-611E-67EA0E870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26400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pointing on a map">
            <a:extLst>
              <a:ext uri="{FF2B5EF4-FFF2-40B4-BE49-F238E27FC236}">
                <a16:creationId xmlns:a16="http://schemas.microsoft.com/office/drawing/2014/main" id="{530631D2-FBAE-0855-D49A-343A0A038F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48" r="36058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 dirty="0"/>
              <a:t>Working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User opens railway website</a:t>
            </a:r>
          </a:p>
          <a:p>
            <a:r>
              <a:rPr lang="en-US" sz="2000" dirty="0"/>
              <a:t>User interacts with chatbot</a:t>
            </a:r>
          </a:p>
          <a:p>
            <a:r>
              <a:rPr lang="en-US" sz="2000" dirty="0"/>
              <a:t>Chatbot processes query using NLP</a:t>
            </a:r>
          </a:p>
          <a:p>
            <a:r>
              <a:rPr lang="en-US" sz="2000" dirty="0"/>
              <a:t>Response is generated and displayed to the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Chatbot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C9421D-5718-CE3A-5B7B-65C7C21A5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02156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 dirty="0"/>
              <a:t>Features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</a:t>
            </a:r>
            <a:r>
              <a:rPr lang="en-US" sz="2400" dirty="0"/>
              <a:t>Train schedule display</a:t>
            </a:r>
          </a:p>
          <a:p>
            <a:pPr marL="0" indent="0">
              <a:buNone/>
            </a:pPr>
            <a:r>
              <a:rPr lang="en-US" sz="2400" dirty="0"/>
              <a:t>• Ticket booking interface</a:t>
            </a:r>
          </a:p>
          <a:p>
            <a:pPr marL="0" indent="0">
              <a:buNone/>
            </a:pPr>
            <a:r>
              <a:rPr lang="en-US" sz="2400" dirty="0"/>
              <a:t>• AI powered chatbot support</a:t>
            </a:r>
          </a:p>
          <a:p>
            <a:pPr marL="0" indent="0">
              <a:buNone/>
            </a:pPr>
            <a:r>
              <a:rPr lang="en-US" sz="2400" dirty="0"/>
              <a:t>• Simple and user-friendly interface</a:t>
            </a:r>
          </a:p>
        </p:txBody>
      </p:sp>
      <p:pic>
        <p:nvPicPr>
          <p:cNvPr id="5" name="Picture 4" descr="Display with stock market charts">
            <a:extLst>
              <a:ext uri="{FF2B5EF4-FFF2-40B4-BE49-F238E27FC236}">
                <a16:creationId xmlns:a16="http://schemas.microsoft.com/office/drawing/2014/main" id="{C38D6FFA-63CA-C70F-0AFC-94A7038985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24" r="922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DAE977-129D-76E1-664B-81DE9116B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7003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This project demonstrates integration of web development, AI chatbot technology, and local deployment to provide a simple railway support system.</a:t>
            </a:r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FE33AB43-8BE4-09F2-D566-45EE5EED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32" r="3188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244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Railway Chatbot Website</vt:lpstr>
      <vt:lpstr>Problem Statement</vt:lpstr>
      <vt:lpstr>Project Objective</vt:lpstr>
      <vt:lpstr>Technologies Used</vt:lpstr>
      <vt:lpstr>System Architecture</vt:lpstr>
      <vt:lpstr>Working of the System</vt:lpstr>
      <vt:lpstr>Chatbot Integration</vt:lpstr>
      <vt:lpstr>Features of the Project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Medhansh Garg</cp:lastModifiedBy>
  <cp:revision>2</cp:revision>
  <dcterms:created xsi:type="dcterms:W3CDTF">2013-01-27T09:14:16Z</dcterms:created>
  <dcterms:modified xsi:type="dcterms:W3CDTF">2026-03-08T13:11:17Z</dcterms:modified>
  <cp:category/>
</cp:coreProperties>
</file>